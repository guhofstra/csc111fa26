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7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72" r:id="rId19"/>
    <p:sldId id="741" r:id="rId20"/>
    <p:sldId id="738" r:id="rId21"/>
    <p:sldId id="745" r:id="rId22"/>
    <p:sldId id="284" r:id="rId23"/>
    <p:sldId id="285" r:id="rId24"/>
    <p:sldId id="291" r:id="rId25"/>
    <p:sldId id="750" r:id="rId26"/>
    <p:sldId id="292" r:id="rId27"/>
    <p:sldId id="313" r:id="rId28"/>
    <p:sldId id="312" r:id="rId29"/>
    <p:sldId id="286" r:id="rId30"/>
    <p:sldId id="287" r:id="rId31"/>
    <p:sldId id="288" r:id="rId32"/>
    <p:sldId id="289" r:id="rId33"/>
    <p:sldId id="307" r:id="rId34"/>
    <p:sldId id="293" r:id="rId35"/>
    <p:sldId id="326" r:id="rId36"/>
    <p:sldId id="315" r:id="rId37"/>
    <p:sldId id="316" r:id="rId38"/>
    <p:sldId id="317" r:id="rId39"/>
    <p:sldId id="318" r:id="rId40"/>
    <p:sldId id="320" r:id="rId41"/>
    <p:sldId id="295" r:id="rId42"/>
    <p:sldId id="277" r:id="rId43"/>
    <p:sldId id="330" r:id="rId44"/>
    <p:sldId id="735" r:id="rId45"/>
    <p:sldId id="337" r:id="rId46"/>
    <p:sldId id="279" r:id="rId47"/>
    <p:sldId id="332" r:id="rId48"/>
    <p:sldId id="351" r:id="rId49"/>
    <p:sldId id="348" r:id="rId50"/>
    <p:sldId id="352" r:id="rId51"/>
    <p:sldId id="331" r:id="rId52"/>
    <p:sldId id="746" r:id="rId53"/>
    <p:sldId id="747" r:id="rId54"/>
    <p:sldId id="748" r:id="rId55"/>
    <p:sldId id="749" r:id="rId56"/>
    <p:sldId id="354" r:id="rId57"/>
    <p:sldId id="359" r:id="rId58"/>
    <p:sldId id="358" r:id="rId59"/>
    <p:sldId id="769" r:id="rId60"/>
    <p:sldId id="771" r:id="rId61"/>
    <p:sldId id="334" r:id="rId62"/>
    <p:sldId id="336" r:id="rId63"/>
    <p:sldId id="341" r:id="rId64"/>
    <p:sldId id="344" r:id="rId65"/>
    <p:sldId id="342" r:id="rId66"/>
    <p:sldId id="345" r:id="rId67"/>
    <p:sldId id="346" r:id="rId68"/>
    <p:sldId id="343" r:id="rId69"/>
    <p:sldId id="751" r:id="rId70"/>
    <p:sldId id="752" r:id="rId71"/>
    <p:sldId id="753" r:id="rId72"/>
    <p:sldId id="754" r:id="rId73"/>
    <p:sldId id="755" r:id="rId74"/>
    <p:sldId id="553" r:id="rId75"/>
    <p:sldId id="759" r:id="rId76"/>
    <p:sldId id="761" r:id="rId77"/>
    <p:sldId id="762" r:id="rId78"/>
    <p:sldId id="773" r:id="rId79"/>
    <p:sldId id="763" r:id="rId80"/>
    <p:sldId id="764" r:id="rId81"/>
    <p:sldId id="766" r:id="rId82"/>
    <p:sldId id="768" r:id="rId83"/>
    <p:sldId id="767" r:id="rId84"/>
    <p:sldId id="770" r:id="rId85"/>
    <p:sldId id="34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B8F58-D6D4-494E-B843-706416446977}" v="22" dt="2026-02-26T15:15:09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1" autoAdjust="0"/>
    <p:restoredTop sz="92941" autoAdjust="0"/>
  </p:normalViewPr>
  <p:slideViewPr>
    <p:cSldViewPr>
      <p:cViewPr varScale="1">
        <p:scale>
          <a:sx n="105" d="100"/>
          <a:sy n="105" d="100"/>
        </p:scale>
        <p:origin x="978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476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modSld">
      <pc:chgData name="Zonghua Gu" userId="9a7e1853e1951ef5" providerId="LiveId" clId="{CF1FAA12-072C-4ED5-BA76-0FFFAEFDB88A}" dt="2026-02-26T15:19:24.770" v="1059" actId="20577"/>
      <pc:docMkLst>
        <pc:docMk/>
      </pc:docMkLst>
      <pc:sldChg chg="modSp mod">
        <pc:chgData name="Zonghua Gu" userId="9a7e1853e1951ef5" providerId="LiveId" clId="{CF1FAA12-072C-4ED5-BA76-0FFFAEFDB88A}" dt="2026-02-26T15:14:56.097" v="1028" actId="14100"/>
        <pc:sldMkLst>
          <pc:docMk/>
          <pc:sldMk cId="2290796456" sldId="279"/>
        </pc:sldMkLst>
        <pc:spChg chg="mod">
          <ac:chgData name="Zonghua Gu" userId="9a7e1853e1951ef5" providerId="LiveId" clId="{CF1FAA12-072C-4ED5-BA76-0FFFAEFDB88A}" dt="2026-02-26T15:14:56.097" v="1028" actId="14100"/>
          <ac:spMkLst>
            <pc:docMk/>
            <pc:sldMk cId="2290796456" sldId="279"/>
            <ac:spMk id="4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6T15:07:36.472" v="973" actId="27636"/>
        <pc:sldMkLst>
          <pc:docMk/>
          <pc:sldMk cId="1337576135" sldId="293"/>
        </pc:sldMkLst>
        <pc:spChg chg="mod">
          <ac:chgData name="Zonghua Gu" userId="9a7e1853e1951ef5" providerId="LiveId" clId="{CF1FAA12-072C-4ED5-BA76-0FFFAEFDB88A}" dt="2026-02-26T15:07:36.472" v="973" actId="27636"/>
          <ac:spMkLst>
            <pc:docMk/>
            <pc:sldMk cId="1337576135" sldId="293"/>
            <ac:spMk id="3" creationId="{00000000-0000-0000-0000-000000000000}"/>
          </ac:spMkLst>
        </pc:spChg>
      </pc:sldChg>
      <pc:sldChg chg="modAnim">
        <pc:chgData name="Zonghua Gu" userId="9a7e1853e1951ef5" providerId="LiveId" clId="{CF1FAA12-072C-4ED5-BA76-0FFFAEFDB88A}" dt="2026-02-24T16:26:07.716" v="959"/>
        <pc:sldMkLst>
          <pc:docMk/>
          <pc:sldMk cId="1913135421" sldId="334"/>
        </pc:sldMkLst>
      </pc:sldChg>
      <pc:sldChg chg="modSp mod modAnim">
        <pc:chgData name="Zonghua Gu" userId="9a7e1853e1951ef5" providerId="LiveId" clId="{CF1FAA12-072C-4ED5-BA76-0FFFAEFDB88A}" dt="2026-02-24T16:26:11.122" v="960"/>
        <pc:sldMkLst>
          <pc:docMk/>
          <pc:sldMk cId="3525808290" sldId="336"/>
        </pc:sldMkLst>
        <pc:spChg chg="mod">
          <ac:chgData name="Zonghua Gu" userId="9a7e1853e1951ef5" providerId="LiveId" clId="{CF1FAA12-072C-4ED5-BA76-0FFFAEFDB88A}" dt="2026-02-24T15:17:53.986" v="326" actId="20577"/>
          <ac:spMkLst>
            <pc:docMk/>
            <pc:sldMk cId="3525808290" sldId="336"/>
            <ac:spMk id="12" creationId="{2B31AEA0-3A73-FCD5-EF10-BAE134D99964}"/>
          </ac:spMkLst>
        </pc:spChg>
      </pc:sldChg>
      <pc:sldChg chg="addSp modSp mod">
        <pc:chgData name="Zonghua Gu" userId="9a7e1853e1951ef5" providerId="LiveId" clId="{CF1FAA12-072C-4ED5-BA76-0FFFAEFDB88A}" dt="2026-02-24T15:26:48.391" v="349" actId="1076"/>
        <pc:sldMkLst>
          <pc:docMk/>
          <pc:sldMk cId="3251034726" sldId="345"/>
        </pc:sldMkLst>
        <pc:spChg chg="add mod">
          <ac:chgData name="Zonghua Gu" userId="9a7e1853e1951ef5" providerId="LiveId" clId="{CF1FAA12-072C-4ED5-BA76-0FFFAEFDB88A}" dt="2026-02-24T15:26:33.112" v="338" actId="1076"/>
          <ac:spMkLst>
            <pc:docMk/>
            <pc:sldMk cId="3251034726" sldId="345"/>
            <ac:spMk id="4" creationId="{A6D78EA3-3569-7BD6-6237-7CE3FDD81F7D}"/>
          </ac:spMkLst>
        </pc:spChg>
        <pc:spChg chg="add mod">
          <ac:chgData name="Zonghua Gu" userId="9a7e1853e1951ef5" providerId="LiveId" clId="{CF1FAA12-072C-4ED5-BA76-0FFFAEFDB88A}" dt="2026-02-24T15:26:48.391" v="349" actId="1076"/>
          <ac:spMkLst>
            <pc:docMk/>
            <pc:sldMk cId="3251034726" sldId="345"/>
            <ac:spMk id="7" creationId="{E772C04E-46AD-B453-DBD0-1B1C6D7FBDF2}"/>
          </ac:spMkLst>
        </pc:spChg>
      </pc:sldChg>
      <pc:sldChg chg="modSp mod">
        <pc:chgData name="Zonghua Gu" userId="9a7e1853e1951ef5" providerId="LiveId" clId="{CF1FAA12-072C-4ED5-BA76-0FFFAEFDB88A}" dt="2026-02-24T15:03:13.825" v="200" actId="313"/>
        <pc:sldMkLst>
          <pc:docMk/>
          <pc:sldMk cId="2996946337" sldId="351"/>
        </pc:sldMkLst>
        <pc:spChg chg="mod">
          <ac:chgData name="Zonghua Gu" userId="9a7e1853e1951ef5" providerId="LiveId" clId="{CF1FAA12-072C-4ED5-BA76-0FFFAEFDB88A}" dt="2026-02-24T15:03:13.825" v="200" actId="313"/>
          <ac:spMkLst>
            <pc:docMk/>
            <pc:sldMk cId="2996946337" sldId="351"/>
            <ac:spMk id="4" creationId="{B7C9F849-B760-6B86-0795-1026F14FB21B}"/>
          </ac:spMkLst>
        </pc:spChg>
      </pc:sldChg>
      <pc:sldChg chg="modSp mod">
        <pc:chgData name="Zonghua Gu" userId="9a7e1853e1951ef5" providerId="LiveId" clId="{CF1FAA12-072C-4ED5-BA76-0FFFAEFDB88A}" dt="2026-02-24T14:59:25.241" v="50"/>
        <pc:sldMkLst>
          <pc:docMk/>
          <pc:sldMk cId="2710425109" sldId="354"/>
        </pc:sldMkLst>
        <pc:spChg chg="mod">
          <ac:chgData name="Zonghua Gu" userId="9a7e1853e1951ef5" providerId="LiveId" clId="{CF1FAA12-072C-4ED5-BA76-0FFFAEFDB88A}" dt="2026-02-24T14:59:25.241" v="50"/>
          <ac:spMkLst>
            <pc:docMk/>
            <pc:sldMk cId="2710425109" sldId="354"/>
            <ac:spMk id="4" creationId="{D4CEE39B-0057-75CA-3B6B-799AFFD5AA90}"/>
          </ac:spMkLst>
        </pc:spChg>
      </pc:sldChg>
      <pc:sldChg chg="modSp mod">
        <pc:chgData name="Zonghua Gu" userId="9a7e1853e1951ef5" providerId="LiveId" clId="{CF1FAA12-072C-4ED5-BA76-0FFFAEFDB88A}" dt="2026-02-24T15:10:25.054" v="317" actId="20577"/>
        <pc:sldMkLst>
          <pc:docMk/>
          <pc:sldMk cId="759734560" sldId="358"/>
        </pc:sldMkLst>
        <pc:spChg chg="mod">
          <ac:chgData name="Zonghua Gu" userId="9a7e1853e1951ef5" providerId="LiveId" clId="{CF1FAA12-072C-4ED5-BA76-0FFFAEFDB88A}" dt="2026-02-24T15:10:25.054" v="317" actId="20577"/>
          <ac:spMkLst>
            <pc:docMk/>
            <pc:sldMk cId="759734560" sldId="358"/>
            <ac:spMk id="4" creationId="{C22D6A4C-9A58-2739-559E-A48801D0DB3E}"/>
          </ac:spMkLst>
        </pc:spChg>
      </pc:sldChg>
      <pc:sldChg chg="modSp">
        <pc:chgData name="Zonghua Gu" userId="9a7e1853e1951ef5" providerId="LiveId" clId="{CF1FAA12-072C-4ED5-BA76-0FFFAEFDB88A}" dt="2026-02-24T14:53:02.290" v="44" actId="20577"/>
        <pc:sldMkLst>
          <pc:docMk/>
          <pc:sldMk cId="2400318657" sldId="748"/>
        </pc:sldMkLst>
        <pc:spChg chg="mod">
          <ac:chgData name="Zonghua Gu" userId="9a7e1853e1951ef5" providerId="LiveId" clId="{CF1FAA12-072C-4ED5-BA76-0FFFAEFDB88A}" dt="2026-02-24T14:52:28.765" v="16" actId="20577"/>
          <ac:spMkLst>
            <pc:docMk/>
            <pc:sldMk cId="2400318657" sldId="748"/>
            <ac:spMk id="16" creationId="{00000000-0000-0000-0000-000000000000}"/>
          </ac:spMkLst>
        </pc:spChg>
        <pc:spChg chg="mod">
          <ac:chgData name="Zonghua Gu" userId="9a7e1853e1951ef5" providerId="LiveId" clId="{CF1FAA12-072C-4ED5-BA76-0FFFAEFDB88A}" dt="2026-02-24T14:53:02.290" v="44" actId="20577"/>
          <ac:spMkLst>
            <pc:docMk/>
            <pc:sldMk cId="2400318657" sldId="748"/>
            <ac:spMk id="2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15:42:17.046" v="441" actId="20577"/>
        <pc:sldMkLst>
          <pc:docMk/>
          <pc:sldMk cId="318776835" sldId="759"/>
        </pc:sldMkLst>
        <pc:spChg chg="mod">
          <ac:chgData name="Zonghua Gu" userId="9a7e1853e1951ef5" providerId="LiveId" clId="{CF1FAA12-072C-4ED5-BA76-0FFFAEFDB88A}" dt="2026-02-24T15:42:17.046" v="441" actId="20577"/>
          <ac:spMkLst>
            <pc:docMk/>
            <pc:sldMk cId="318776835" sldId="759"/>
            <ac:spMk id="17" creationId="{658B7139-5799-44B4-1A44-150FA6D124BE}"/>
          </ac:spMkLst>
        </pc:spChg>
      </pc:sldChg>
      <pc:sldChg chg="modSp mod">
        <pc:chgData name="Zonghua Gu" userId="9a7e1853e1951ef5" providerId="LiveId" clId="{CF1FAA12-072C-4ED5-BA76-0FFFAEFDB88A}" dt="2026-02-24T15:42:50.801" v="442"/>
        <pc:sldMkLst>
          <pc:docMk/>
          <pc:sldMk cId="2712133478" sldId="761"/>
        </pc:sldMkLst>
        <pc:spChg chg="mod">
          <ac:chgData name="Zonghua Gu" userId="9a7e1853e1951ef5" providerId="LiveId" clId="{CF1FAA12-072C-4ED5-BA76-0FFFAEFDB88A}" dt="2026-02-24T15:42:50.801" v="442"/>
          <ac:spMkLst>
            <pc:docMk/>
            <pc:sldMk cId="2712133478" sldId="761"/>
            <ac:spMk id="17" creationId="{F1EE9D29-0EC8-C282-D9A8-61D934AF61E2}"/>
          </ac:spMkLst>
        </pc:spChg>
      </pc:sldChg>
      <pc:sldChg chg="addSp delSp modSp mod">
        <pc:chgData name="Zonghua Gu" userId="9a7e1853e1951ef5" providerId="LiveId" clId="{CF1FAA12-072C-4ED5-BA76-0FFFAEFDB88A}" dt="2026-02-24T16:21:53.590" v="937" actId="20577"/>
        <pc:sldMkLst>
          <pc:docMk/>
          <pc:sldMk cId="482610726" sldId="762"/>
        </pc:sldMkLst>
        <pc:spChg chg="mod">
          <ac:chgData name="Zonghua Gu" userId="9a7e1853e1951ef5" providerId="LiveId" clId="{CF1FAA12-072C-4ED5-BA76-0FFFAEFDB88A}" dt="2026-02-24T16:21:53.590" v="937" actId="20577"/>
          <ac:spMkLst>
            <pc:docMk/>
            <pc:sldMk cId="482610726" sldId="762"/>
            <ac:spMk id="2" creationId="{DA96620C-2F6B-B3CD-51C7-23724BF62C6A}"/>
          </ac:spMkLst>
        </pc:spChg>
        <pc:spChg chg="add mod">
          <ac:chgData name="Zonghua Gu" userId="9a7e1853e1951ef5" providerId="LiveId" clId="{CF1FAA12-072C-4ED5-BA76-0FFFAEFDB88A}" dt="2026-02-24T15:45:13.847" v="446" actId="1076"/>
          <ac:spMkLst>
            <pc:docMk/>
            <pc:sldMk cId="482610726" sldId="762"/>
            <ac:spMk id="4" creationId="{4D0BE60E-9AE0-00D0-3495-645DDCB9806D}"/>
          </ac:spMkLst>
        </pc:spChg>
        <pc:spChg chg="mod">
          <ac:chgData name="Zonghua Gu" userId="9a7e1853e1951ef5" providerId="LiveId" clId="{CF1FAA12-072C-4ED5-BA76-0FFFAEFDB88A}" dt="2026-02-24T15:46:56.890" v="463" actId="20577"/>
          <ac:spMkLst>
            <pc:docMk/>
            <pc:sldMk cId="482610726" sldId="762"/>
            <ac:spMk id="17" creationId="{624BD3A1-CEAD-729E-A0ED-B1CE1475FB6C}"/>
          </ac:spMkLst>
        </pc:spChg>
      </pc:sldChg>
      <pc:sldChg chg="addSp modSp">
        <pc:chgData name="Zonghua Gu" userId="9a7e1853e1951ef5" providerId="LiveId" clId="{CF1FAA12-072C-4ED5-BA76-0FFFAEFDB88A}" dt="2026-02-24T15:47:37.140" v="464"/>
        <pc:sldMkLst>
          <pc:docMk/>
          <pc:sldMk cId="3741490578" sldId="763"/>
        </pc:sldMkLst>
        <pc:spChg chg="add mod">
          <ac:chgData name="Zonghua Gu" userId="9a7e1853e1951ef5" providerId="LiveId" clId="{CF1FAA12-072C-4ED5-BA76-0FFFAEFDB88A}" dt="2026-02-24T15:47:37.140" v="464"/>
          <ac:spMkLst>
            <pc:docMk/>
            <pc:sldMk cId="3741490578" sldId="763"/>
            <ac:spMk id="4" creationId="{6F00A6FB-A0E8-4431-336A-15F6BDEEDF0D}"/>
          </ac:spMkLst>
        </pc:spChg>
      </pc:sldChg>
      <pc:sldChg chg="addSp modSp mod modAnim">
        <pc:chgData name="Zonghua Gu" userId="9a7e1853e1951ef5" providerId="LiveId" clId="{CF1FAA12-072C-4ED5-BA76-0FFFAEFDB88A}" dt="2026-02-26T15:16:10.745" v="1052" actId="20577"/>
        <pc:sldMkLst>
          <pc:docMk/>
          <pc:sldMk cId="4122323490" sldId="766"/>
        </pc:sldMkLst>
        <pc:spChg chg="mod">
          <ac:chgData name="Zonghua Gu" userId="9a7e1853e1951ef5" providerId="LiveId" clId="{CF1FAA12-072C-4ED5-BA76-0FFFAEFDB88A}" dt="2026-02-26T15:16:10.745" v="1052" actId="20577"/>
          <ac:spMkLst>
            <pc:docMk/>
            <pc:sldMk cId="4122323490" sldId="766"/>
            <ac:spMk id="4" creationId="{87C06FE7-5094-64B8-66E9-187CE9A5A51F}"/>
          </ac:spMkLst>
        </pc:spChg>
        <pc:spChg chg="add mod">
          <ac:chgData name="Zonghua Gu" userId="9a7e1853e1951ef5" providerId="LiveId" clId="{CF1FAA12-072C-4ED5-BA76-0FFFAEFDB88A}" dt="2026-02-26T15:15:14.377" v="1030" actId="21"/>
          <ac:spMkLst>
            <pc:docMk/>
            <pc:sldMk cId="4122323490" sldId="766"/>
            <ac:spMk id="7" creationId="{7EA66A85-9550-FF4C-0535-A6FFA66D7D57}"/>
          </ac:spMkLst>
        </pc:spChg>
      </pc:sldChg>
      <pc:sldChg chg="modSp mod">
        <pc:chgData name="Zonghua Gu" userId="9a7e1853e1951ef5" providerId="LiveId" clId="{CF1FAA12-072C-4ED5-BA76-0FFFAEFDB88A}" dt="2026-02-26T15:19:24.770" v="1059" actId="20577"/>
        <pc:sldMkLst>
          <pc:docMk/>
          <pc:sldMk cId="4202908803" sldId="768"/>
        </pc:sldMkLst>
        <pc:spChg chg="mod">
          <ac:chgData name="Zonghua Gu" userId="9a7e1853e1951ef5" providerId="LiveId" clId="{CF1FAA12-072C-4ED5-BA76-0FFFAEFDB88A}" dt="2026-02-26T15:19:24.770" v="1059" actId="20577"/>
          <ac:spMkLst>
            <pc:docMk/>
            <pc:sldMk cId="4202908803" sldId="768"/>
            <ac:spMk id="4" creationId="{F8CB61D2-FF21-8F61-B96A-5A30AAD631F0}"/>
          </ac:spMkLst>
        </pc:spChg>
      </pc:sldChg>
      <pc:sldChg chg="addSp modSp new mod">
        <pc:chgData name="Zonghua Gu" userId="9a7e1853e1951ef5" providerId="LiveId" clId="{CF1FAA12-072C-4ED5-BA76-0FFFAEFDB88A}" dt="2026-02-26T15:04:26.570" v="964" actId="14100"/>
        <pc:sldMkLst>
          <pc:docMk/>
          <pc:sldMk cId="809173728" sldId="773"/>
        </pc:sldMkLst>
        <pc:spChg chg="mod">
          <ac:chgData name="Zonghua Gu" userId="9a7e1853e1951ef5" providerId="LiveId" clId="{CF1FAA12-072C-4ED5-BA76-0FFFAEFDB88A}" dt="2026-02-24T16:22:06.666" v="958" actId="20577"/>
          <ac:spMkLst>
            <pc:docMk/>
            <pc:sldMk cId="809173728" sldId="773"/>
            <ac:spMk id="2" creationId="{A32EADD7-BAE1-543D-461C-C9435473A81C}"/>
          </ac:spMkLst>
        </pc:spChg>
        <pc:spChg chg="mod">
          <ac:chgData name="Zonghua Gu" userId="9a7e1853e1951ef5" providerId="LiveId" clId="{CF1FAA12-072C-4ED5-BA76-0FFFAEFDB88A}" dt="2026-02-26T15:04:26.570" v="964" actId="14100"/>
          <ac:spMkLst>
            <pc:docMk/>
            <pc:sldMk cId="809173728" sldId="773"/>
            <ac:spMk id="4" creationId="{0DA1F31C-5259-2D52-38EB-C10765949945}"/>
          </ac:spMkLst>
        </pc:spChg>
        <pc:spChg chg="add mod">
          <ac:chgData name="Zonghua Gu" userId="9a7e1853e1951ef5" providerId="LiveId" clId="{CF1FAA12-072C-4ED5-BA76-0FFFAEFDB88A}" dt="2026-02-24T16:21:36.180" v="918" actId="1076"/>
          <ac:spMkLst>
            <pc:docMk/>
            <pc:sldMk cId="809173728" sldId="773"/>
            <ac:spMk id="7" creationId="{5A198223-F33B-2BAE-3E91-C8E79F1593A8}"/>
          </ac:spMkLst>
        </pc:spChg>
        <pc:spChg chg="add mod">
          <ac:chgData name="Zonghua Gu" userId="9a7e1853e1951ef5" providerId="LiveId" clId="{CF1FAA12-072C-4ED5-BA76-0FFFAEFDB88A}" dt="2026-02-24T16:21:36.180" v="918" actId="1076"/>
          <ac:spMkLst>
            <pc:docMk/>
            <pc:sldMk cId="809173728" sldId="773"/>
            <ac:spMk id="8" creationId="{BF091BF9-B61E-B7AD-114C-D342D8FA3743}"/>
          </ac:spMkLst>
        </pc:spChg>
        <pc:graphicFrameChg chg="add mod">
          <ac:chgData name="Zonghua Gu" userId="9a7e1853e1951ef5" providerId="LiveId" clId="{CF1FAA12-072C-4ED5-BA76-0FFFAEFDB88A}" dt="2026-02-24T16:21:36.180" v="918" actId="1076"/>
          <ac:graphicFrameMkLst>
            <pc:docMk/>
            <pc:sldMk cId="809173728" sldId="773"/>
            <ac:graphicFrameMk id="5" creationId="{AABBEF82-8E7D-5843-BD77-B993155E4C22}"/>
          </ac:graphicFrameMkLst>
        </pc:graphicFrameChg>
        <pc:cxnChg chg="add mod">
          <ac:chgData name="Zonghua Gu" userId="9a7e1853e1951ef5" providerId="LiveId" clId="{CF1FAA12-072C-4ED5-BA76-0FFFAEFDB88A}" dt="2026-02-24T16:21:36.180" v="918" actId="1076"/>
          <ac:cxnSpMkLst>
            <pc:docMk/>
            <pc:sldMk cId="809173728" sldId="773"/>
            <ac:cxnSpMk id="6" creationId="{ADEA3615-D330-71EF-9C7A-DF742BF644DC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2:35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24575,'2'-2'0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vespace.co.uk/arm/introduction-to-arm/immediates.html" TargetMode="External"/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Same hardware. Different interpretation.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i’s value left two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r>
              <a:rPr lang="en-US" altLang="zh-CN" dirty="0">
                <a:solidFill>
                  <a:srgbClr val="FF0000"/>
                </a:solidFill>
              </a:rPr>
              <a:t>with LSR sign bit is lost (if r2 is a signed integer). So do NOT use logical shifts for signed </a:t>
            </a:r>
            <a:r>
              <a:rPr lang="en-US" altLang="zh-CN" dirty="0" err="1">
                <a:solidFill>
                  <a:srgbClr val="FF0000"/>
                </a:solidFill>
              </a:rPr>
              <a:t>ints</a:t>
            </a:r>
            <a:r>
              <a:rPr lang="en-US" altLang="zh-CN" dirty="0">
                <a:solidFill>
                  <a:srgbClr val="FF0000"/>
                </a:solidFill>
              </a:rPr>
              <a:t>!</a:t>
            </a:r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r>
              <a:rPr lang="en-US" altLang="zh-CN" dirty="0">
                <a:solidFill>
                  <a:srgbClr val="00B050"/>
                </a:solidFill>
              </a:rPr>
              <a:t> ASR is equivalent to signed integer division</a:t>
            </a:r>
          </a:p>
          <a:p>
            <a:r>
              <a:rPr lang="en-US" dirty="0"/>
              <a:t>Note: ASR replicates the sign bit; for negative two’s-complement values this corresponds to division by 2^n rounded toward −∞ (floor), not toward zero.</a:t>
            </a:r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FF0000"/>
                </a:solidFill>
              </a:rPr>
              <a:t>Note:</a:t>
            </a:r>
            <a:r>
              <a:rPr lang="en-US" altLang="zh-CN" dirty="0"/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Note: </a:t>
            </a:r>
            <a:r>
              <a:rPr lang="en-US" dirty="0"/>
              <a:t>LSL updates the C flag when it is used within the ANDS instruction.  This is not a valid instruction: “</a:t>
            </a:r>
            <a:r>
              <a:rPr lang="pt-BR" dirty="0"/>
              <a:t>ANDS r2, r1, r0, LSLS #1</a:t>
            </a:r>
            <a:r>
              <a:rPr lang="en-US" dirty="0"/>
              <a:t>”, since LSL forms part of the second operand - it’s not a standalone instruction.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flags are then affected only if the data-processing instruction itself updates flags (e.g. ANDS, ADDS, etc.). </a:t>
            </a:r>
          </a:p>
          <a:p>
            <a:pPr lvl="1"/>
            <a:r>
              <a:rPr lang="en-US" dirty="0"/>
              <a:t>ANDS R2, R1, R0, LSL #1, </a:t>
            </a:r>
            <a:r>
              <a:rPr lang="pt-BR" dirty="0"/>
              <a:t>ADDS r2, r1, r0, LSL #1 are valid instructions.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By contrast,  ANDS R2, R1, R0, LSLS #1, </a:t>
            </a:r>
            <a:r>
              <a:rPr lang="pt-BR" dirty="0"/>
              <a:t>ADDS r2, r1, r0, LSLS #1</a:t>
            </a:r>
            <a:r>
              <a:rPr lang="en-US" dirty="0"/>
              <a:t> are </a:t>
            </a:r>
            <a:r>
              <a:rPr lang="en-US" b="1" dirty="0"/>
              <a:t>invalid</a:t>
            </a:r>
            <a:r>
              <a:rPr lang="en-US" dirty="0"/>
              <a:t> — LSLS is a standalone mnemonic and cannot be embedded in the second operand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80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logical shift embedded inside ANDS first computes shift and sets C, then ANDS may overwrite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39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logical operations don't affect overflow</a:t>
            </a:r>
          </a:p>
          <a:p>
            <a:r>
              <a:rPr lang="en-US" dirty="0">
                <a:solidFill>
                  <a:srgbClr val="FF0000"/>
                </a:solidFill>
              </a:rPr>
              <a:t>Updates carry flag, </a:t>
            </a:r>
          </a:p>
          <a:p>
            <a:r>
              <a:rPr lang="en-US" dirty="0"/>
              <a:t>since ANDS does not update carry flag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19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Does NOT update carry flag, </a:t>
            </a:r>
          </a:p>
          <a:p>
            <a:r>
              <a:rPr lang="en-US" dirty="0"/>
              <a:t>since ADDS updates flags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446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can remove the S suffix for all instructions, unless the flags are used by later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27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V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adding two positives produce a negative, or adding two negatives produce a positive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01110001 in decimal0x62 = 01100010, its negation TC(01100010) = 10011110 = 0x9E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79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https://www.davespace.co.uk/arm/introduction-to-arm/immediates.html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406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indicates a literal, in this case the immediate value for the instruction</a:t>
            </a:r>
          </a:p>
          <a:p>
            <a:r>
              <a:rPr lang="en-US" dirty="0"/>
              <a:t>add 4080 to r2 and put the result in r1</a:t>
            </a:r>
          </a:p>
          <a:p>
            <a:r>
              <a:rPr lang="en-US" dirty="0"/>
              <a:t>▸ but only if </a:t>
            </a:r>
            <a:r>
              <a:rPr lang="en-US" dirty="0" err="1"/>
              <a:t>if</a:t>
            </a:r>
            <a:r>
              <a:rPr lang="en-US" dirty="0"/>
              <a:t> the CPSR flags show Z=1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434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https://www.davespace.co.uk/arm/introduction-to-arm/immediates.html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00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ALU does not know </a:t>
            </a:r>
            <a:r>
              <a:rPr lang="en-US" b="1" dirty="0" err="1"/>
              <a:t>signedness</a:t>
            </a:r>
            <a:endParaRPr lang="en-US" dirty="0"/>
          </a:p>
          <a:p>
            <a:r>
              <a:rPr lang="en-US" dirty="0" err="1"/>
              <a:t>Signedness</a:t>
            </a:r>
            <a:r>
              <a:rPr lang="en-US" dirty="0"/>
              <a:t> is only about interpretation + overflow flag usage.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B6BBB142-146B-4D64-A504-B0C4E81074FC}" type="datetime1">
              <a:rPr lang="en-US" altLang="zh-CN" smtClean="0"/>
              <a:t>9/30/2026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7CCAA0B-1075-4CA8-BEAB-ECA9FAF589EE}" type="datetime1">
              <a:rPr lang="en-US" altLang="zh-CN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E6B1A8EF-57B7-415D-A597-FFD0BBF9917C}" type="datetime1">
              <a:rPr lang="en-US" altLang="zh-CN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D9B01-2B74-4D24-8E2A-13E566F0A4EC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A328EDF-3F89-4783-9948-DD343A7F0888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5F3862-967D-4358-BD38-EF38EE2EF30D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1970A74-37A3-4218-BA1C-B995B8F7783A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163F4B4-0688-4DDA-8CF6-2C6516964BD2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374426-8EA4-4278-8C66-64D4695E1F48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4DB7022-DC95-48BD-AAB7-4AA84BD91167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DD5CEDC-CFA5-46FB-917E-860D90438D55}" type="datetime1">
              <a:rPr lang="en-US" altLang="zh-CN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646D86B1-000E-4006-80B2-687CE111162F}" type="datetime1">
              <a:rPr lang="en-US" altLang="zh-CN" smtClean="0"/>
              <a:t>9/30/2026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image" Target="../media/image32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cXe_T99nL4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SGJibM1D2_A&amp;list=PLRJhV4hUhIymmp5CCeIFPyxbknsdcXCc8&amp;index=26" TargetMode="External"/><Relationship Id="rId4" Type="http://schemas.openxmlformats.org/officeDocument/2006/relationships/hyperlink" Target="https://www.youtube.com/watch?v=H-vOP2yRUj4&amp;list=PLRJhV4hUhIymmp5CCeIFPyxbknsdcXCc8&amp;index=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1425" y="392775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884029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by r2 bits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 (for unsigned arithmetic) 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 (for signed arithmetic)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60E7F-24E3-25F0-B83B-95D1190EA5B2}"/>
              </a:ext>
            </a:extLst>
          </p:cNvPr>
          <p:cNvSpPr txBox="1"/>
          <p:nvPr/>
        </p:nvSpPr>
        <p:spPr>
          <a:xfrm>
            <a:off x="4585717" y="5416296"/>
            <a:ext cx="697229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ALU performs the same addition whether the numbers are signed or unsigned. It just adds bits.</a:t>
            </a:r>
          </a:p>
          <a:p>
            <a:r>
              <a:rPr lang="en-US" dirty="0"/>
              <a:t>Afterward: C tells you about unsigned overflow. V tells you about signed overflow.  Same hardware. Different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10DA-B65B-339B-F785-DA7252F6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E7BD7-9F99-6966-AEB2-7CED66E0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61FDA-5FB9-6A35-4CB9-835B33254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0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(N = 1 indicates result is negative, vice versa.)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10972800" cy="480131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consume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Carry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19" y="1487517"/>
            <a:ext cx="10439529" cy="480131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r0, r2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 (= 1 - Borrow)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 – Carry),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consume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Carry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8800" y="5029200"/>
            <a:ext cx="9197578" cy="13563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 (Sets flag Borrow = 1 – Carry)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r1, r4 (Consumes Borrow flag, then sets Borrow = 1 – Carry)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 (Consumes Borrow flag, (SBCS r8, r2, r5 is also OK, but the Carry flag is not used by any other instruction))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9A8D4-094B-6091-17A6-DFF6B8E1DA6E}"/>
              </a:ext>
            </a:extLst>
          </p:cNvPr>
          <p:cNvSpPr txBox="1"/>
          <p:nvPr/>
        </p:nvSpPr>
        <p:spPr>
          <a:xfrm>
            <a:off x="2178334" y="1992868"/>
            <a:ext cx="742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Clear, i.e., set to 0, bits in r0 corresponding to the positions of the 1 bits in r1)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“0x10 &amp; 0x01” = 0x00,  but  “0x10 &amp;&amp; 0x01” = 0x01. (true &amp;&amp; true = true, any non-zero value is logical true, e.g., 0x10 and 0x01 are both true)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“~0x01” = 0xFFFFFFFE,  but  “!0x01” = 0x00. </a:t>
            </a:r>
            <a:r>
              <a:rPr lang="en-US" sz="1800" dirty="0"/>
              <a:t>(!true = false)</a:t>
            </a:r>
          </a:p>
          <a:p>
            <a:pPr lvl="2"/>
            <a:r>
              <a:rPr lang="en-US" sz="1800" dirty="0"/>
              <a:t>0x01 as 32-bit register is actually 0x00000001, so ~0x01 = 0xFFFFFFFE</a:t>
            </a:r>
            <a:endParaRPr lang="en-US" sz="1600" dirty="0"/>
          </a:p>
          <a:p>
            <a:pPr lvl="1"/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SSAT r2, #11, r1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USAT r2, #11, r3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r2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345" t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7747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 r1, r0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r1 = 0x1E6A2C48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Note r1 != 0x87654321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8640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  <a:p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Note r1 != 0x87654321</a:t>
            </a:r>
            <a:endParaRPr lang="pt-BR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4" y="5477470"/>
            <a:ext cx="94722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 (sign bit of 0x9988 (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001100110001000) is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BC961E-FA06-1E69-0539-4F70792956E1}"/>
              </a:ext>
            </a:extLst>
          </p:cNvPr>
          <p:cNvSpPr txBox="1"/>
          <p:nvPr/>
        </p:nvSpPr>
        <p:spPr>
          <a:xfrm>
            <a:off x="6400720" y="6096000"/>
            <a:ext cx="492782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Why is 9’s sign bit 1? Isn’t 9 a positive number?</a:t>
            </a:r>
          </a:p>
          <a:p>
            <a:r>
              <a:rPr lang="en-US" sz="1200" dirty="0"/>
              <a:t>ANS: 9 is </a:t>
            </a:r>
            <a:r>
              <a:rPr lang="en-US" sz="1200" dirty="0">
                <a:solidFill>
                  <a:srgbClr val="FF0000"/>
                </a:solidFill>
              </a:rPr>
              <a:t>1</a:t>
            </a:r>
            <a:r>
              <a:rPr lang="en-US" sz="1200" dirty="0"/>
              <a:t>001, so its sign bit (MSB) is 1. It means that if we view 1001</a:t>
            </a:r>
          </a:p>
          <a:p>
            <a:r>
              <a:rPr lang="en-US" sz="1200" dirty="0"/>
              <a:t>as signed int, then it is negative (=-7). But if we view 1001 as </a:t>
            </a:r>
            <a:r>
              <a:rPr lang="en-US" sz="1200" dirty="0" err="1"/>
              <a:t>uint</a:t>
            </a:r>
            <a:r>
              <a:rPr lang="en-US" sz="1200" dirty="0"/>
              <a:t>, then it is 9</a:t>
            </a:r>
          </a:p>
        </p:txBody>
      </p:sp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DD1A4C-EC91-5E07-A571-E16775F2FE12}"/>
                  </a:ext>
                </a:extLst>
              </p14:cNvPr>
              <p14:cNvContentPartPr/>
              <p14:nvPr/>
            </p14:nvContentPartPr>
            <p14:xfrm>
              <a:off x="11177063" y="4671063"/>
              <a:ext cx="1080" cy="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DD1A4C-EC91-5E07-A571-E16775F2FE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70943" y="4664943"/>
                <a:ext cx="13320" cy="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657600" y="3869690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630295"/>
              </p:ext>
            </p:extLst>
          </p:nvPr>
        </p:nvGraphicFramePr>
        <p:xfrm>
          <a:off x="1981200" y="12192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080A44-116C-C5DE-655C-8183659F6787}"/>
              </a:ext>
            </a:extLst>
          </p:cNvPr>
          <p:cNvSpPr txBox="1"/>
          <p:nvPr/>
        </p:nvSpPr>
        <p:spPr>
          <a:xfrm>
            <a:off x="1826567" y="5382161"/>
            <a:ext cx="8767465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Sign extension (SX) preserves register value for signed int</a:t>
            </a:r>
          </a:p>
          <a:p>
            <a:r>
              <a:rPr lang="en-US" sz="2000" dirty="0"/>
              <a:t>Zero extension (UX) preserves register value for unsigned int</a:t>
            </a:r>
          </a:p>
          <a:p>
            <a:r>
              <a:rPr lang="en-US" sz="2000" dirty="0"/>
              <a:t>e.g., 0xFFFF8765 = 0x8765 as signed int, but 0xFFFF8765 != 0x8765 as unsigned int</a:t>
            </a:r>
          </a:p>
          <a:p>
            <a:r>
              <a:rPr lang="en-US" sz="2000" dirty="0"/>
              <a:t>0x00008765 = 0x8765 as unsigned int, but 0x00008765 != 0x8765 as signed int</a:t>
            </a:r>
          </a:p>
        </p:txBody>
      </p:sp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CF84D-B6DF-EC1B-343F-883FB1BDBE10}"/>
              </a:ext>
            </a:extLst>
          </p:cNvPr>
          <p:cNvSpPr txBox="1"/>
          <p:nvPr/>
        </p:nvSpPr>
        <p:spPr>
          <a:xfrm>
            <a:off x="9144000" y="5438745"/>
            <a:ext cx="1924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Result incorrect!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pPr lvl="1"/>
            <a:r>
              <a:rPr lang="en-US" sz="2100" dirty="0"/>
              <a:t>Bit shifting is much more efficient than MUL instruction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399" y="5343457"/>
            <a:ext cx="4628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(by n bits) can be implemented by a rotate right with by (32 – n) bits).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pPr lvl="1"/>
                <a:r>
                  <a:rPr lang="en-US" dirty="0">
                    <a:latin typeface="Gill Sans Light"/>
                  </a:rPr>
                  <a:t>There is no “ASL” (arithmetic shift left) instruction, since shifting left does not involve filling in the sign bit, which is shifted out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that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9" t="-1605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6576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9624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4171369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(showing signed </a:t>
            </a:r>
            <a:r>
              <a:rPr lang="en-US" dirty="0" err="1"/>
              <a:t>ints</a:t>
            </a:r>
            <a:r>
              <a:rPr lang="en-US" dirty="0"/>
              <a:t> in decimal)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4825962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4825962" cy="1006429"/>
              </a:xfrm>
              <a:prstGeom prst="rect">
                <a:avLst/>
              </a:prstGeom>
              <a:blipFill>
                <a:blip r:embed="rId4"/>
                <a:stretch>
                  <a:fillRect t="-5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5029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5029200" cy="1006429"/>
              </a:xfrm>
              <a:prstGeom prst="rect">
                <a:avLst/>
              </a:prstGeom>
              <a:blipFill>
                <a:blip r:embed="rId5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091" t="-3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25779" y="5656285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out; N ← result[31]; Z ← (result==0); V unchanged.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6BEFD-CFC9-EB59-2759-4F55ABDA7632}"/>
              </a:ext>
            </a:extLst>
          </p:cNvPr>
          <p:cNvSpPr txBox="1"/>
          <p:nvPr/>
        </p:nvSpPr>
        <p:spPr>
          <a:xfrm>
            <a:off x="596900" y="5829300"/>
            <a:ext cx="5480102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LSL, we can interpret the numbers as either unsigned or signed </a:t>
            </a:r>
            <a:r>
              <a:rPr lang="en-US" altLang="zh-CN" dirty="0" err="1"/>
              <a:t>ints</a:t>
            </a:r>
            <a:r>
              <a:rPr lang="en-US" altLang="zh-CN" dirty="0"/>
              <a:t>.  They are the same when the sign bit (MSB) is 0, but different when the sign bit is 1.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</a:t>
            </a:r>
            <a:r>
              <a:rPr lang="en-US" altLang="zh-CN" dirty="0"/>
              <a:t>(showing unsigned </a:t>
            </a:r>
            <a:r>
              <a:rPr lang="en-US" altLang="zh-CN" dirty="0" err="1"/>
              <a:t>ints</a:t>
            </a:r>
            <a:r>
              <a:rPr lang="en-US" altLang="zh-CN" dirty="0"/>
              <a:t> in decimal)</a:t>
            </a:r>
            <a:endParaRPr lang="en-US" dirty="0"/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400561" y="3909990"/>
            <a:ext cx="6189715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 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(16(00010000) becomes 2(00000010))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15396" y="358006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50913" y="5034660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13" y="5034660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8333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729430"/>
              </a:xfrm>
              <a:prstGeom prst="rect">
                <a:avLst/>
              </a:prstGeom>
              <a:blipFill>
                <a:blip r:embed="rId5"/>
                <a:stretch>
                  <a:fillRect t="-75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67796" y="464686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796" y="464686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36661" y="574572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42D77-E7DF-BE9F-59A9-8951D73DB568}"/>
              </a:ext>
            </a:extLst>
          </p:cNvPr>
          <p:cNvSpPr txBox="1"/>
          <p:nvPr/>
        </p:nvSpPr>
        <p:spPr>
          <a:xfrm>
            <a:off x="598383" y="5957669"/>
            <a:ext cx="548010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LSR, we can only interpret the numbers as unsigned </a:t>
            </a:r>
            <a:r>
              <a:rPr lang="en-US" altLang="zh-CN" dirty="0" err="1"/>
              <a:t>ints</a:t>
            </a:r>
            <a:r>
              <a:rPr lang="en-US" altLang="zh-CN" dirty="0"/>
              <a:t>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 </a:t>
            </a:r>
            <a:r>
              <a:rPr lang="en-US" altLang="zh-CN" dirty="0"/>
              <a:t>(showing signed </a:t>
            </a:r>
            <a:r>
              <a:rPr lang="en-US" altLang="zh-CN" dirty="0" err="1"/>
              <a:t>ints</a:t>
            </a:r>
            <a:r>
              <a:rPr lang="en-US" altLang="zh-CN" dirty="0"/>
              <a:t> in decimal)</a:t>
            </a:r>
            <a:endParaRPr lang="en-US" dirty="0"/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2063" y="4005998"/>
            <a:ext cx="5194815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(8(1000) becomes F(1111))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526703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(8(1000) becomes E(1110))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615676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(0(0000) becomes 8(1000))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070026" y="5130668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−524288/2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26" y="5130668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413" t="-8264" b="-1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−4096/2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B5EE709-A18D-B72A-4F75-D264CFF6BBAC}"/>
              </a:ext>
            </a:extLst>
          </p:cNvPr>
          <p:cNvSpPr/>
          <p:nvPr/>
        </p:nvSpPr>
        <p:spPr>
          <a:xfrm>
            <a:off x="6375399" y="5754469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4E610-3F02-1347-A143-33632FD585D8}"/>
              </a:ext>
            </a:extLst>
          </p:cNvPr>
          <p:cNvSpPr txBox="1"/>
          <p:nvPr/>
        </p:nvSpPr>
        <p:spPr>
          <a:xfrm>
            <a:off x="599600" y="5983069"/>
            <a:ext cx="548010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ASR, we can only interpret the numbers as signed </a:t>
            </a:r>
            <a:r>
              <a:rPr lang="en-US" altLang="zh-CN" dirty="0" err="1"/>
              <a:t>ints</a:t>
            </a:r>
            <a:r>
              <a:rPr lang="en-US" altLang="zh-CN" dirty="0"/>
              <a:t>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8" y="4673330"/>
            <a:ext cx="5486401" cy="1561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 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4 bits, 8 moves to the right by one position; ROR by 2 bits, 8 becomes 2)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5782613" cy="136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20 bits, F moves to the right by 5 positions)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233328" y="3362776"/>
            <a:ext cx="5782613" cy="175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;r2 = 0xF0F0_F001 (binary: 1111 0000 1111 0000 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11 0000 0000 0001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;r1 = 0x0000_000E (rotate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 14 bits)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(ROR by 14 bits)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(12) bits is equivalent to rotate right ROR by 32 – m = 20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61076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14600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328" y="5027429"/>
            <a:ext cx="578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(binary: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1100 0000 0000 01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11 1100 0011 1100 0011)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315" y="5673760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82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55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</a:t>
            </a: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4B96F-648A-BF64-4F91-F88401EA2E35}"/>
              </a:ext>
            </a:extLst>
          </p:cNvPr>
          <p:cNvSpPr/>
          <p:nvPr/>
        </p:nvSpPr>
        <p:spPr>
          <a:xfrm>
            <a:off x="6415088" y="5710019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 is used: C ← last bit shifted out on the right; N ← result[31]; Z ← (result==0); V unchanged.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half words (16 bits)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ASR #5</a:t>
            </a:r>
          </a:p>
          <a:p>
            <a:pPr lvl="1"/>
            <a:r>
              <a:rPr lang="en-US" dirty="0"/>
              <a:t>r5 = r5 – (r5 / 32) (signed)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C7554D9-8780-A623-99E2-21969A51BC63}"/>
              </a:ext>
            </a:extLst>
          </p:cNvPr>
          <p:cNvSpPr txBox="1">
            <a:spLocks/>
          </p:cNvSpPr>
          <p:nvPr/>
        </p:nvSpPr>
        <p:spPr>
          <a:xfrm>
            <a:off x="6248400" y="3609966"/>
            <a:ext cx="5867400" cy="1343033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Barrel shifter can only be applied to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hence this is NOT a valid instruction: 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SUB r5, r5, LSL #5, r5. That is why we need the reverse substraction operation RSB r5, r5, r5, LSL #5</a:t>
            </a:r>
          </a:p>
          <a:p>
            <a:pPr marL="0" indent="0">
              <a:buFont typeface="Wingdings 3"/>
              <a:buNone/>
            </a:pP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6B90EE-0929-1698-2F26-343CF66C8EC3}"/>
              </a:ext>
            </a:extLst>
          </p:cNvPr>
          <p:cNvGrpSpPr/>
          <p:nvPr/>
        </p:nvGrpSpPr>
        <p:grpSpPr>
          <a:xfrm>
            <a:off x="6019800" y="1219200"/>
            <a:ext cx="5715000" cy="2015093"/>
            <a:chOff x="2498856" y="3655224"/>
            <a:chExt cx="7194288" cy="253668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E7C8F5C-BC59-C2AE-656F-8280458BB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6B603E-E68A-B9E7-BE84-D64665C7372D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pPr lvl="1"/>
            <a:r>
              <a:rPr lang="pt-BR"/>
              <a:t>SUB </a:t>
            </a:r>
            <a:r>
              <a:rPr lang="pt-BR" dirty="0"/>
              <a:t>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 (1 word = 4 Bytes).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 instead of 2 instructions MOV and ADD shown above:</a:t>
            </a:r>
          </a:p>
          <a:p>
            <a:pPr lvl="1"/>
            <a:r>
              <a:rPr lang="pt-BR" sz="1800" dirty="0"/>
              <a:t>MOV r4, r2, LSL #2 and ADD r5, r3, r4 can be replaced by one instruction:</a:t>
            </a:r>
            <a:endParaRPr lang="en-US" sz="1800" dirty="0"/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4CE9-E05F-70F8-E06A-49FB51FB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Shifts and 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9BBF-5E8A-2E59-B180-697FD3B1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EA581-E713-8C8F-43A9-49D5A9C79E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standalone logical shift instruction without the </a:t>
            </a:r>
            <a:r>
              <a:rPr lang="en-US" b="1" dirty="0"/>
              <a:t>S</a:t>
            </a:r>
            <a:r>
              <a:rPr lang="en-US" dirty="0"/>
              <a:t> suffix (e.g. LSL R0, R0, #1) does </a:t>
            </a:r>
            <a:r>
              <a:rPr lang="en-US" b="1" dirty="0"/>
              <a:t>not</a:t>
            </a:r>
            <a:r>
              <a:rPr lang="en-US" dirty="0"/>
              <a:t> update the condition flags </a:t>
            </a:r>
            <a:r>
              <a:rPr lang="en-US" b="1" dirty="0"/>
              <a:t>NZCV</a:t>
            </a:r>
            <a:r>
              <a:rPr lang="en-US" dirty="0"/>
              <a:t>. The </a:t>
            </a:r>
            <a:r>
              <a:rPr lang="en-US" b="1" dirty="0"/>
              <a:t>S</a:t>
            </a:r>
            <a:r>
              <a:rPr lang="en-US" dirty="0"/>
              <a:t> suffix (e.g. LSLS R0, R0, #1) makes the instruction update.</a:t>
            </a:r>
          </a:p>
          <a:p>
            <a:r>
              <a:rPr lang="en-US" dirty="0"/>
              <a:t>When a shift appears as part of a data-processing instruction that ends with </a:t>
            </a:r>
            <a:r>
              <a:rPr lang="en-US" b="1" dirty="0"/>
              <a:t>S </a:t>
            </a:r>
            <a:r>
              <a:rPr lang="en-US" dirty="0"/>
              <a:t>(e.g., ADDS), the processor first computes the shifted Operand2. During that computation, the shift logic sets the </a:t>
            </a:r>
            <a:r>
              <a:rPr lang="en-US" b="1" dirty="0"/>
              <a:t>carry (C)</a:t>
            </a:r>
            <a:r>
              <a:rPr lang="en-US" dirty="0"/>
              <a:t> flag to the </a:t>
            </a:r>
            <a:r>
              <a:rPr lang="en-US" i="1" dirty="0"/>
              <a:t>last bit shifted out</a:t>
            </a:r>
            <a:r>
              <a:rPr lang="en-US" dirty="0"/>
              <a:t>. After that, the data-processing instruction may itself update NZCV based on its arithmetic or logical result, potentially overwriting the C flag.</a:t>
            </a:r>
          </a:p>
          <a:p>
            <a:r>
              <a:rPr lang="en-US" dirty="0"/>
              <a:t>LSL can appear as a </a:t>
            </a:r>
            <a:r>
              <a:rPr lang="en-US" i="1" dirty="0"/>
              <a:t>shift operator</a:t>
            </a:r>
            <a:r>
              <a:rPr lang="en-US" dirty="0"/>
              <a:t> within another instruction, but LSLS cannot.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LSL  R0, R0, #1          ; standalone LSL does NOT update flags  </a:t>
            </a:r>
          </a:p>
          <a:p>
            <a:pPr lvl="1"/>
            <a:r>
              <a:rPr lang="en-US" dirty="0"/>
              <a:t>LSLS R0, R0, #1          ; standalone LSLS updates NZCV (S suffix)  </a:t>
            </a:r>
          </a:p>
          <a:p>
            <a:pPr lvl="1"/>
            <a:r>
              <a:rPr lang="en-US" dirty="0"/>
              <a:t>ANDS R2, R1, R0, LSL #1  ; valid. LSL forms part of operand, ANDS updates NZCV  </a:t>
            </a:r>
          </a:p>
          <a:p>
            <a:pPr lvl="1"/>
            <a:r>
              <a:rPr lang="en-US" dirty="0"/>
              <a:t>ANDS R2, R1, R0, LSLS #1 ; invalid. Cannot embed 'LSLS' inside operand </a:t>
            </a:r>
          </a:p>
        </p:txBody>
      </p:sp>
    </p:spTree>
    <p:extLst>
      <p:ext uri="{BB962C8B-B14F-4D97-AF65-F5344CB8AC3E}">
        <p14:creationId xmlns:p14="http://schemas.microsoft.com/office/powerpoint/2010/main" val="1706264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3578-2410-013D-0EBA-F67FAC27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Detail: ANDS R2, R1, R0, LSL #1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7B393-2205-B3DE-E5CA-0767442A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FB1C6-8FB0-4536-99CA-25B06B5F43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barrel shifter always runs first. If the main arithmetic instruction does not redefine C (like ANDS), shift’s C stays. If the main arithmetic instruction defines C (like ADDS), it overwrites shift’s C.</a:t>
            </a:r>
          </a:p>
          <a:p>
            <a:r>
              <a:rPr lang="en-US" dirty="0"/>
              <a:t>Step 1: Compute shifted Operand2</a:t>
            </a:r>
          </a:p>
          <a:p>
            <a:pPr lvl="1"/>
            <a:r>
              <a:rPr lang="en-US" dirty="0"/>
              <a:t>R0 is shifted left by 1. During this shift, the barrel shifter sets C = the last bit shifted out (bit 31 of original R0).</a:t>
            </a:r>
          </a:p>
          <a:p>
            <a:r>
              <a:rPr lang="en-US" dirty="0"/>
              <a:t>Step 2: Perform AND</a:t>
            </a:r>
          </a:p>
          <a:p>
            <a:pPr lvl="1"/>
            <a:r>
              <a:rPr lang="en-US" dirty="0"/>
              <a:t>R2 = R1 AND (R0 &lt;&lt; 1)</a:t>
            </a:r>
          </a:p>
          <a:p>
            <a:r>
              <a:rPr lang="en-US" dirty="0"/>
              <a:t>Step 3: Update flags (because of S suffix in ANDS)</a:t>
            </a:r>
          </a:p>
          <a:p>
            <a:pPr lvl="1"/>
            <a:r>
              <a:rPr lang="en-US" dirty="0"/>
              <a:t>N = bit 31 of result</a:t>
            </a:r>
          </a:p>
          <a:p>
            <a:pPr lvl="1"/>
            <a:r>
              <a:rPr lang="en-US" dirty="0"/>
              <a:t>Z = result == 0</a:t>
            </a:r>
          </a:p>
          <a:p>
            <a:pPr lvl="1"/>
            <a:r>
              <a:rPr lang="en-US" dirty="0"/>
              <a:t>V = unchanged (logical ops don’t touch V)</a:t>
            </a:r>
          </a:p>
          <a:p>
            <a:pPr lvl="1"/>
            <a:r>
              <a:rPr lang="en-US" dirty="0"/>
              <a:t>C = the carry generated by the shift</a:t>
            </a:r>
          </a:p>
        </p:txBody>
      </p:sp>
    </p:spTree>
    <p:extLst>
      <p:ext uri="{BB962C8B-B14F-4D97-AF65-F5344CB8AC3E}">
        <p14:creationId xmlns:p14="http://schemas.microsoft.com/office/powerpoint/2010/main" val="1264001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3080331" cy="406214"/>
            <a:chOff x="2286000" y="2022826"/>
            <a:chExt cx="3080331" cy="406214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57200" y="2999472"/>
            <a:ext cx="1041515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= 1 is set by shift “r0, LSL #1” to be bit 31 of r0. (LSL updates the C flag, since ANDS does not update C. )</a:t>
            </a:r>
          </a:p>
          <a:p>
            <a:r>
              <a:rPr lang="en-US" dirty="0"/>
              <a:t>V is unaffected by either ANDS or shift (left unchanged from its previous value)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3080331" cy="406214"/>
            <a:chOff x="2286000" y="2022826"/>
            <a:chExt cx="3080331" cy="406214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0" y="2859881"/>
            <a:ext cx="10972799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0xFFFFFE00). (C = 1 is set by shift “r0, LSL #1”, but the C flag is overwritten by ADDS to be C=0.)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(signed)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299138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D3BDD-F764-1CF5-0EBC-0F858F50E8D7}"/>
              </a:ext>
            </a:extLst>
          </p:cNvPr>
          <p:cNvSpPr txBox="1"/>
          <p:nvPr/>
        </p:nvSpPr>
        <p:spPr>
          <a:xfrm>
            <a:off x="2895600" y="3732546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FC2C3-B93E-557B-4902-EF4CD3C54B3F}"/>
              </a:ext>
            </a:extLst>
          </p:cNvPr>
          <p:cNvSpPr txBox="1"/>
          <p:nvPr/>
        </p:nvSpPr>
        <p:spPr>
          <a:xfrm>
            <a:off x="2895600" y="22098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7B54E-F932-4B41-B8B6-0B5C07BC368A}"/>
              </a:ext>
            </a:extLst>
          </p:cNvPr>
          <p:cNvSpPr txBox="1"/>
          <p:nvPr/>
        </p:nvSpPr>
        <p:spPr>
          <a:xfrm>
            <a:off x="2895600" y="4935575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5076" y="2992092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5076" y="4552384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1062" y="1208476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DDBB7-D107-1051-64FD-2F16D99B635D}"/>
              </a:ext>
            </a:extLst>
          </p:cNvPr>
          <p:cNvSpPr txBox="1"/>
          <p:nvPr/>
        </p:nvSpPr>
        <p:spPr>
          <a:xfrm>
            <a:off x="2975076" y="5755413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4: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78EA3-3569-7BD6-6237-7CE3FDD81F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638800" y="594461"/>
            <a:ext cx="6360160" cy="387518"/>
          </a:xfr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2C04E-46AD-B453-DBD0-1B1C6D7FBDF2}"/>
              </a:ext>
            </a:extLst>
          </p:cNvPr>
          <p:cNvSpPr txBox="1"/>
          <p:nvPr/>
        </p:nvSpPr>
        <p:spPr>
          <a:xfrm>
            <a:off x="5602916" y="186035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Recall:</a:t>
            </a: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7D860-B129-1899-73C5-E4BCF54515D8}"/>
              </a:ext>
            </a:extLst>
          </p:cNvPr>
          <p:cNvSpPr txBox="1"/>
          <p:nvPr/>
        </p:nvSpPr>
        <p:spPr>
          <a:xfrm>
            <a:off x="1371600" y="4510407"/>
            <a:ext cx="806626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Here we can use MOVS and EORS instead of MOV and EOR, if the flags are used by later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tasked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73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9723"/>
            <a:ext cx="109728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74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994269"/>
            <a:ext cx="10515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9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 V = 1 if </a:t>
            </a:r>
            <a:r>
              <a:rPr lang="it-IT" sz="1900" dirty="0">
                <a:solidFill>
                  <a:prstClr val="black"/>
                </a:solidFill>
                <a:cs typeface="Times New Roman" pitchFamily="18" charset="0"/>
              </a:rPr>
              <a:t>Positive + Positive → Negative, or Negative + Negative → Positive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9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9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</a:t>
            </a:r>
            <a:endParaRPr lang="en-US" sz="19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73700"/>
              </p:ext>
            </p:extLst>
          </p:nvPr>
        </p:nvGraphicFramePr>
        <p:xfrm>
          <a:off x="2009670" y="3959295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Overflow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022653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BA74-7EC6-5DEA-EDF0-215F4F4B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2074-5FEA-4AB0-E7C0-F084B86B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6AA6D-6888-F42B-1DA3-BDEA494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75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8D1C5D-70ED-DB91-3E47-11F805CC6D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137196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C0476-AF5F-8333-767F-1834B2360FB1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4FD87D-D26B-DB7F-671D-0FD90BBE586A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5C83-C5F8-D44A-A5C6-E1B0AC3912B9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36094-A15B-FB0F-ABEF-3F8A5E4E7F55}"/>
              </a:ext>
            </a:extLst>
          </p:cNvPr>
          <p:cNvSpPr txBox="1"/>
          <p:nvPr/>
        </p:nvSpPr>
        <p:spPr>
          <a:xfrm>
            <a:off x="8488281" y="5253577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772A4-4DEB-717E-98D6-727309C7CD02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0x4E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D71A9-2395-D057-C38C-9BEDAD029D16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58B7139-5799-44B4-1A44-150FA6D124BE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+ 0x19, setting C and V flags</a:t>
            </a:r>
          </a:p>
          <a:p>
            <a:pPr lvl="1"/>
            <a:r>
              <a:rPr lang="en-US" dirty="0"/>
              <a:t>Unsigned int range [0, 2</a:t>
            </a:r>
            <a:r>
              <a:rPr lang="en-US" baseline="30000" dirty="0"/>
              <a:t>8</a:t>
            </a:r>
            <a:r>
              <a:rPr lang="en-US" dirty="0"/>
              <a:t>-1] = [0, 255], signed int range [-2</a:t>
            </a:r>
            <a:r>
              <a:rPr lang="en-US" baseline="30000" dirty="0"/>
              <a:t>-7</a:t>
            </a:r>
            <a:r>
              <a:rPr lang="en-US" dirty="0"/>
              <a:t>, 2</a:t>
            </a:r>
            <a:r>
              <a:rPr lang="en-US" baseline="30000" dirty="0"/>
              <a:t>7</a:t>
            </a:r>
            <a:r>
              <a:rPr lang="en-US" dirty="0"/>
              <a:t>-1] = [-128, 127] 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0 since Op1, Op2 and result are all positive (sign bit = 0)</a:t>
            </a:r>
          </a:p>
          <a:p>
            <a:pPr lvl="1"/>
            <a:r>
              <a:rPr lang="en-US" dirty="0"/>
              <a:t>In decimal (not needed for exam): </a:t>
            </a:r>
          </a:p>
          <a:p>
            <a:pPr lvl="2"/>
            <a:r>
              <a:rPr lang="en-US" altLang="zh-CN" dirty="0"/>
              <a:t>U</a:t>
            </a:r>
            <a:r>
              <a:rPr lang="en-US" dirty="0"/>
              <a:t>nsigned addition: 53 + 25 = 78 (result correct)</a:t>
            </a:r>
          </a:p>
          <a:p>
            <a:pPr lvl="2"/>
            <a:r>
              <a:rPr lang="en-US" altLang="zh-CN" dirty="0"/>
              <a:t>S</a:t>
            </a:r>
            <a:r>
              <a:rPr lang="en-US" dirty="0"/>
              <a:t>igned addition: 53 + 25 = 78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318776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5BE7-2F29-3AAD-1CE5-8A23F90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0FF3-E7FC-6FCC-AB1D-844A8FB1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01DC6-583F-01C4-A4B4-4CA09C72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76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989774-40F6-4ECA-BFC8-71C9B516947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49861725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43C00-5973-CA3C-939D-399A1EFD1074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499A60-3BAA-6F74-7DBF-90F6C6E7A9F0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15A6C-3F1D-4041-FE9A-115817E08B10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76F53-5DA3-D6CF-8F8F-9324B627C10B}"/>
              </a:ext>
            </a:extLst>
          </p:cNvPr>
          <p:cNvSpPr txBox="1"/>
          <p:nvPr/>
        </p:nvSpPr>
        <p:spPr>
          <a:xfrm>
            <a:off x="8488281" y="5253577"/>
            <a:ext cx="150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0x5B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D15DC-646A-21C1-D6F0-DE4BAC6CF37C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08FE9-588E-77EE-BD79-E4558D660349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1EE9D29-0EC8-C282-D9A8-61D934AF61E2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+ 0x5B, setting C and V flags</a:t>
            </a:r>
          </a:p>
          <a:p>
            <a:pPr lvl="1"/>
            <a:r>
              <a:rPr lang="en-US" dirty="0"/>
              <a:t>Unsigned int range [0, 2</a:t>
            </a:r>
            <a:r>
              <a:rPr lang="en-US" baseline="30000" dirty="0"/>
              <a:t>8</a:t>
            </a:r>
            <a:r>
              <a:rPr lang="en-US" dirty="0"/>
              <a:t>-1] = [0, 255], signed int range [-2</a:t>
            </a:r>
            <a:r>
              <a:rPr lang="en-US" baseline="30000" dirty="0"/>
              <a:t>-7</a:t>
            </a:r>
            <a:r>
              <a:rPr lang="en-US" dirty="0"/>
              <a:t>, 2</a:t>
            </a:r>
            <a:r>
              <a:rPr lang="en-US" baseline="30000" dirty="0"/>
              <a:t>7</a:t>
            </a:r>
            <a:r>
              <a:rPr lang="en-US" dirty="0"/>
              <a:t>-1] = [-128, 127] 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1 since Op1, Op2 are positive, result is negative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addition: 53 + 91 = 144 (result correct)</a:t>
            </a:r>
          </a:p>
          <a:p>
            <a:pPr lvl="2"/>
            <a:r>
              <a:rPr lang="en-US" dirty="0"/>
              <a:t>Signed addition: true sum = 53 + 91 = 144 → result = -112 (result incorrect, V=1)</a:t>
            </a:r>
          </a:p>
        </p:txBody>
      </p:sp>
    </p:spTree>
    <p:extLst>
      <p:ext uri="{BB962C8B-B14F-4D97-AF65-F5344CB8AC3E}">
        <p14:creationId xmlns:p14="http://schemas.microsoft.com/office/powerpoint/2010/main" val="27121334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238-CFA2-3049-EFA2-799EE82D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20C-2F6B-B3CD-51C7-23724BF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E2522-D54F-47C4-42D9-E261C84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77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7B1EB4D-9D56-E473-23EC-2DCBC92C1FA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103472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45A748-4070-B8EA-25EF-C5EEA1713B45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8E3504-B355-A832-E560-F47DD9D63921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EA5DF-2B5A-DBA6-9BCD-B80D4421D825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27D9B-9EBF-08B8-4E8F-09D45776E8CB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CB79A-ACA6-590E-3592-3F2243A23EFD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0x08 </a:t>
            </a:r>
            <a:r>
              <a:rPr lang="en-US" sz="2000" dirty="0"/>
              <a:t>(drop 1 in 0x108)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8F5E2-238C-2AD4-FEDA-207B99D98563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24BD3A1-CEAD-729E-A0ED-B1CE1475FB6C}"/>
              </a:ext>
            </a:extLst>
          </p:cNvPr>
          <p:cNvSpPr txBox="1">
            <a:spLocks/>
          </p:cNvSpPr>
          <p:nvPr/>
        </p:nvSpPr>
        <p:spPr>
          <a:xfrm>
            <a:off x="609600" y="1142758"/>
            <a:ext cx="10972800" cy="3200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 (another way is to perform subtraction in binary, but we do not cover it here)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0 since Op1 is positive, Op2 is negative, result is positive</a:t>
            </a:r>
          </a:p>
          <a:p>
            <a:pPr lvl="2"/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</a:t>
            </a:r>
            <a:endParaRPr lang="en-US" dirty="0"/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53 – 45 = 8 (result correct, C=1, Borrow Flag=0)</a:t>
            </a:r>
          </a:p>
          <a:p>
            <a:pPr lvl="2"/>
            <a:r>
              <a:rPr lang="en-US" dirty="0"/>
              <a:t>Signed: 53 - 45 = 8 (result correct, V=0)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E60E-9AE0-00D0-3495-645DDCB9806D}"/>
              </a:ext>
            </a:extLst>
          </p:cNvPr>
          <p:cNvSpPr txBox="1"/>
          <p:nvPr/>
        </p:nvSpPr>
        <p:spPr>
          <a:xfrm>
            <a:off x="3627899" y="41859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26107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DD7-BAE1-543D-461C-C9435473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Subtraction More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B0A01D-A81E-0158-C286-E46D481C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1F31C-5259-2D52-38EB-C107659499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049000" cy="312420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Signed arithmetic 0x35 - 0x2D = 0x35 + TC(0x2D) = 0x35 + 0xD3, as TC(0x2D) is negation of 0x2D</a:t>
            </a:r>
          </a:p>
          <a:p>
            <a:pPr lvl="1"/>
            <a:r>
              <a:rPr lang="en-US" dirty="0"/>
              <a:t>C=1, Borrow Flag=0</a:t>
            </a:r>
          </a:p>
          <a:p>
            <a:pPr lvl="1"/>
            <a:r>
              <a:rPr lang="en-US" dirty="0"/>
              <a:t>Signed subtraction: 53 - 45 = 8 (result correct, V=0)</a:t>
            </a:r>
          </a:p>
          <a:p>
            <a:pPr lvl="1"/>
            <a:r>
              <a:rPr lang="en-US" dirty="0"/>
              <a:t>Signed addition:  53 + (- 45) = 8 (result correct, V=0)</a:t>
            </a:r>
          </a:p>
          <a:p>
            <a:r>
              <a:rPr lang="en-US" sz="3200" dirty="0"/>
              <a:t>TC is only valid for signed </a:t>
            </a:r>
            <a:r>
              <a:rPr lang="en-US" sz="3200" dirty="0" err="1"/>
              <a:t>ints</a:t>
            </a:r>
            <a:r>
              <a:rPr lang="en-US" sz="3200" dirty="0"/>
              <a:t>, so 0x35 - 0x2D != 0x35 + TC(0x2D) for signed arithmetic, as TC(0x2D)=0xD3 is a totally different unrelated value 211 </a:t>
            </a:r>
          </a:p>
          <a:p>
            <a:pPr lvl="1"/>
            <a:r>
              <a:rPr lang="en-US" dirty="0"/>
              <a:t>Unsigned subtraction: 53 – 45 = 8 (result correct, C=1) </a:t>
            </a:r>
          </a:p>
          <a:p>
            <a:pPr lvl="1"/>
            <a:r>
              <a:rPr lang="en-US" dirty="0"/>
              <a:t>Unsigned addition:  53 + 211 = 8 (true result 264) (result wrong, C=1)</a:t>
            </a:r>
          </a:p>
          <a:p>
            <a:endParaRPr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AABBEF82-8E7D-5843-BD77-B993155E4C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250025"/>
              </p:ext>
            </p:extLst>
          </p:nvPr>
        </p:nvGraphicFramePr>
        <p:xfrm>
          <a:off x="4267200" y="4257331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EA3615-D330-71EF-9C7A-DF742BF644DC}"/>
              </a:ext>
            </a:extLst>
          </p:cNvPr>
          <p:cNvCxnSpPr/>
          <p:nvPr/>
        </p:nvCxnSpPr>
        <p:spPr>
          <a:xfrm>
            <a:off x="4038600" y="5803909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198223-F33B-2BAE-3E91-C8E79F1593A8}"/>
              </a:ext>
            </a:extLst>
          </p:cNvPr>
          <p:cNvSpPr txBox="1"/>
          <p:nvPr/>
        </p:nvSpPr>
        <p:spPr>
          <a:xfrm>
            <a:off x="2904474" y="5381631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91BF9-B61E-B7AD-114C-D342D8FA3743}"/>
              </a:ext>
            </a:extLst>
          </p:cNvPr>
          <p:cNvSpPr txBox="1"/>
          <p:nvPr/>
        </p:nvSpPr>
        <p:spPr>
          <a:xfrm>
            <a:off x="3856499" y="426213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91737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0DEF-3C20-82B8-B6A3-C8218EB6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138C-61FE-07CB-D11F-DB7B174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C06F-237B-EC1B-7021-78E69689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79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675F8E-EB20-E461-4C15-CD0B7BF942D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4352182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432F20-A1A6-80EB-5E72-9057131D5787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A5994C-72E0-AE64-806E-04300F3AECE4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02EE7-77AE-83EC-DBDD-6F6BFDB540CB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0x9E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E8F13-E87B-85C0-3E66-3A282E155966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E3F86-0810-DA82-7EA1-5E17D0846E2F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0x71 </a:t>
            </a:r>
            <a:r>
              <a:rPr lang="en-US" sz="2000" dirty="0"/>
              <a:t>(drop 1 in 0x171)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17C32-947E-A6F4-BC8E-C46284D01C24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AB0EB01-AB9A-79D1-E864-47FEB2A8BB2A}"/>
              </a:ext>
            </a:extLst>
          </p:cNvPr>
          <p:cNvSpPr txBox="1">
            <a:spLocks/>
          </p:cNvSpPr>
          <p:nvPr/>
        </p:nvSpPr>
        <p:spPr>
          <a:xfrm>
            <a:off x="609600" y="1219201"/>
            <a:ext cx="10972800" cy="29619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0x9E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1 since Op1, Op2 are both negative, result is positive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158 − 45 = 113 (result correct, C=1, Borrow Flag=0)</a:t>
            </a:r>
          </a:p>
          <a:p>
            <a:pPr lvl="2"/>
            <a:r>
              <a:rPr lang="en-US" dirty="0"/>
              <a:t>Signed subtraction: true sum = −98 − 45 = −143 → result = +113 (wrong, V=1)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0A6FB-A0E8-4431-336A-15F6BDEEDF0D}"/>
              </a:ext>
            </a:extLst>
          </p:cNvPr>
          <p:cNvSpPr txBox="1"/>
          <p:nvPr/>
        </p:nvSpPr>
        <p:spPr>
          <a:xfrm>
            <a:off x="3627899" y="41859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414905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D96B-CDAF-6F32-B34C-04BB5A50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53507-57F7-A14A-4FDB-1B83792E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7B28B-AD1F-F39E-BC1C-E48DB6AA81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51E8B-70F1-53EE-AD4B-F1864160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931" y="125658"/>
            <a:ext cx="5551469" cy="3223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70794-1CFF-336B-C8A3-71E6232C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6" y="3444872"/>
            <a:ext cx="5547182" cy="3176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5B4FC4-7E21-DCE8-0AA2-1E2E416A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18" y="3382762"/>
            <a:ext cx="5662926" cy="3210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D4E74F-BA44-C4D4-025B-1B21C4165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5658"/>
            <a:ext cx="5517174" cy="23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25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B1F4-CA94-81AF-4382-998F0866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Immediate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32407-6AAB-D016-60FD-DEDEA81B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06FE7-5094-64B8-66E9-187CE9A5A5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6934200" cy="5334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You can’t fit an arbitrary 32-bit value into a 32-bit instruction word.  ARM data processing instructions have 12 bits of space for values in one 32-bit instruction word. This is arranged as a 4 rotate value and an 8 immediate value. The real immediate = </a:t>
            </a:r>
            <a:r>
              <a:rPr lang="en-US" b="1" dirty="0"/>
              <a:t>ROR(immediate8, rotate4 × 2)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The 4-bit rotate value stored in bits 11-8 is multiplied by two giving a range of 0-30 in steps of two. </a:t>
            </a:r>
          </a:p>
          <a:p>
            <a:r>
              <a:rPr lang="en-US" dirty="0"/>
              <a:t>Using this scheme we can express immediate constants such as:</a:t>
            </a:r>
          </a:p>
          <a:p>
            <a:pPr lvl="1"/>
            <a:r>
              <a:rPr lang="en-US" dirty="0"/>
              <a:t>0x000000FF</a:t>
            </a:r>
          </a:p>
          <a:p>
            <a:pPr lvl="1"/>
            <a:r>
              <a:rPr lang="en-US" dirty="0"/>
              <a:t>0x00000FF0 = ROR(0x000000FF, 28) ; rotate4 = 14 </a:t>
            </a:r>
          </a:p>
          <a:p>
            <a:pPr lvl="2"/>
            <a:r>
              <a:rPr lang="en-US" dirty="0"/>
              <a:t>Rotate left by n=4 bits can be implemented by a rotate right with by (32 – n = 28) bits.</a:t>
            </a:r>
          </a:p>
          <a:p>
            <a:pPr lvl="1"/>
            <a:r>
              <a:rPr lang="en-US" dirty="0"/>
              <a:t>0xFF000000 = ROR(0x000000FF, 8) ; rotate4 = 4</a:t>
            </a:r>
          </a:p>
          <a:p>
            <a:pPr lvl="1"/>
            <a:r>
              <a:rPr lang="en-US" dirty="0"/>
              <a:t>0xF000000F = ROR(0x000000FF, 4) ; rotate4 = 2</a:t>
            </a:r>
          </a:p>
          <a:p>
            <a:r>
              <a:rPr lang="en-US" dirty="0"/>
              <a:t>But these immediate constants are not possible:</a:t>
            </a:r>
          </a:p>
          <a:p>
            <a:pPr lvl="1"/>
            <a:r>
              <a:rPr lang="en-US" dirty="0"/>
              <a:t>0x000001FE</a:t>
            </a:r>
          </a:p>
          <a:p>
            <a:pPr lvl="1"/>
            <a:r>
              <a:rPr lang="en-US" dirty="0"/>
              <a:t>0xF000F000</a:t>
            </a:r>
          </a:p>
          <a:p>
            <a:pPr lvl="1"/>
            <a:r>
              <a:rPr lang="en-US" dirty="0"/>
              <a:t>0x55550000</a:t>
            </a:r>
          </a:p>
          <a:p>
            <a:pPr lvl="1"/>
            <a:r>
              <a:rPr lang="en-US" dirty="0"/>
              <a:t>0xFFFFFFFF</a:t>
            </a:r>
          </a:p>
          <a:p>
            <a:r>
              <a:rPr lang="en-US" dirty="0"/>
              <a:t>An assembler will convert big values to the rotated form. Impossible values will cause an error.  For example, this instruction is invalid:</a:t>
            </a:r>
          </a:p>
          <a:p>
            <a:pPr lvl="1"/>
            <a:r>
              <a:rPr lang="en-US" dirty="0"/>
              <a:t>AND R2, R0, #0xFFFFFF8F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9DD501FC-F286-0DAD-4331-C1CDD7F8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048000"/>
            <a:ext cx="45434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9C2DF-D102-4319-A87B-C5376AD681B2}"/>
              </a:ext>
            </a:extLst>
          </p:cNvPr>
          <p:cNvSpPr txBox="1"/>
          <p:nvPr/>
        </p:nvSpPr>
        <p:spPr>
          <a:xfrm>
            <a:off x="8305800" y="4984402"/>
            <a:ext cx="3015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12-bit immediate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66A85-9550-FF4C-0535-A6FFA66D7D57}"/>
              </a:ext>
            </a:extLst>
          </p:cNvPr>
          <p:cNvSpPr txBox="1"/>
          <p:nvPr/>
        </p:nvSpPr>
        <p:spPr>
          <a:xfrm>
            <a:off x="7010399" y="5343457"/>
            <a:ext cx="4628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rgbClr val="004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2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8501-A9CB-C2C4-C8E5-88224831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#4080 as Immediate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DE5B6-E630-7E06-56B6-AFFAE898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B61D2-FF21-8F61-B96A-5A30AAD631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66294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r1, r2, #4080</a:t>
            </a:r>
          </a:p>
          <a:p>
            <a:pPr lvl="1"/>
            <a:r>
              <a:rPr lang="en-US" dirty="0"/>
              <a:t>4080 = 0xFF0 in binary</a:t>
            </a:r>
          </a:p>
          <a:p>
            <a:r>
              <a:rPr lang="en-US" dirty="0"/>
              <a:t>You need to set values for rotate4 and immediate8 to encode #4080. The encoding is:</a:t>
            </a:r>
          </a:p>
          <a:p>
            <a:pPr lvl="1"/>
            <a:r>
              <a:rPr lang="en-US" dirty="0"/>
              <a:t>immediate8 = 0x</a:t>
            </a:r>
            <a:r>
              <a:rPr lang="en-US" dirty="0">
                <a:solidFill>
                  <a:srgbClr val="FF0000"/>
                </a:solidFill>
              </a:rPr>
              <a:t>000000FF</a:t>
            </a:r>
            <a:r>
              <a:rPr lang="en-US" dirty="0"/>
              <a:t> (11111111 in binary)</a:t>
            </a:r>
          </a:p>
          <a:p>
            <a:pPr lvl="1"/>
            <a:r>
              <a:rPr lang="en-US" dirty="0"/>
              <a:t>rotate4 = 1110 (14*2 = 28)</a:t>
            </a:r>
          </a:p>
          <a:p>
            <a:r>
              <a:rPr lang="en-US" dirty="0"/>
              <a:t>ROR(0x000000FF, 28) = 0x00000FF0 (4080 in decimal)</a:t>
            </a:r>
          </a:p>
          <a:p>
            <a:pPr lvl="1"/>
            <a:r>
              <a:rPr lang="en-US" dirty="0"/>
              <a:t>rotate left by 4 = rotate right by 28</a:t>
            </a:r>
          </a:p>
          <a:p>
            <a:r>
              <a:rPr lang="en-US" dirty="0"/>
              <a:t>Values such as #4079, #4081, #4082…cannot be encoded exactly, since no matter how you set immediate8, you only have 8 bits and you must lose some 1’s in the original number.  You can use #4080 as an approximation for them</a:t>
            </a:r>
          </a:p>
          <a:p>
            <a:pPr lvl="1"/>
            <a:r>
              <a:rPr lang="en-US" dirty="0"/>
              <a:t>#4079 = 111111101111</a:t>
            </a:r>
          </a:p>
          <a:p>
            <a:pPr lvl="1"/>
            <a:r>
              <a:rPr lang="en-US" dirty="0"/>
              <a:t>#4081 = 111111110001</a:t>
            </a:r>
          </a:p>
          <a:p>
            <a:pPr lvl="1"/>
            <a:r>
              <a:rPr lang="en-US" dirty="0"/>
              <a:t>#4082 = 111111110010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253CA787-6603-C560-FAA4-7C711781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133600"/>
            <a:ext cx="5338524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9088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E628-B8E5-FB08-D117-7E5C6C96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Wide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197D0-DA34-875B-3EB2-8EE5A721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D6BF2-7D8D-4C77-3B9B-2B8D2E94D5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form constants wider than those available in a single instruction by using a sequence of instructions to build up the constant. For example:</a:t>
            </a:r>
          </a:p>
          <a:p>
            <a:pPr lvl="1"/>
            <a:r>
              <a:rPr lang="en-US" dirty="0"/>
              <a:t>MOV r2, #0x55           ; R2 = 0x00000055</a:t>
            </a:r>
          </a:p>
          <a:p>
            <a:pPr lvl="1"/>
            <a:r>
              <a:rPr lang="en-US" dirty="0"/>
              <a:t>ORR r2, r2, r2, LSL #8  ; R2 = 0x00005555</a:t>
            </a:r>
          </a:p>
          <a:p>
            <a:pPr lvl="1"/>
            <a:r>
              <a:rPr lang="en-US" dirty="0"/>
              <a:t>ORR r2, r2, r2, LSL #16 ; R2 = 0x55555555</a:t>
            </a:r>
          </a:p>
          <a:p>
            <a:r>
              <a:rPr lang="en-US" dirty="0"/>
              <a:t>Or load the value from memory with pseudo-instruction LDR Rx,=const</a:t>
            </a:r>
          </a:p>
          <a:p>
            <a:pPr lvl="1"/>
            <a:r>
              <a:rPr lang="en-US" dirty="0"/>
              <a:t>LDR r2, =0x55555555</a:t>
            </a:r>
          </a:p>
          <a:p>
            <a:r>
              <a:rPr lang="en-US" dirty="0"/>
              <a:t>Or use MVN instead of MOV:  </a:t>
            </a:r>
          </a:p>
          <a:p>
            <a:pPr lvl="1"/>
            <a:r>
              <a:rPr lang="en-US" dirty="0"/>
              <a:t>The invalid instruction MOV r0,#0xFFFFFFFF can be implemented as MVN r0,#0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890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63F5-C1F7-7EFA-215C-2EB4D330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instruction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A98684-8172-63C3-E761-557224BA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5092-A3D0-CFCE-5C77-A0FB3E0398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513715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T</a:t>
            </a:r>
            <a:r>
              <a:rPr lang="en-US" dirty="0"/>
              <a:t>he ARMv7 pseudo instruction LDR r2, =0x55555555 is implemented by the assembler to load a 32-bit immediate value large constants beyond the range of the immediate field of a MOV/MVN instruction. It is translated into a PC-relative load instruction that fetches the constant from a literal pool embedded in the </a:t>
            </a:r>
            <a:r>
              <a:rPr lang="en-US"/>
              <a:t>code:</a:t>
            </a:r>
            <a:endParaRPr lang="en-US" dirty="0"/>
          </a:p>
          <a:p>
            <a:pPr lvl="1"/>
            <a:r>
              <a:rPr lang="en-US" dirty="0"/>
              <a:t>The assembler first tries to generate a MOV or MVN instruction if the immediate value can be encoded directly by those instructions.</a:t>
            </a:r>
          </a:p>
          <a:p>
            <a:pPr lvl="1"/>
            <a:r>
              <a:rPr lang="en-US" dirty="0"/>
              <a:t>Since 0x55555555 cannot be encoded directly in a MOV or MVN, the assembler places this value in a literal pool, which is a section of memory embedded in the code to hold constant values.</a:t>
            </a:r>
          </a:p>
          <a:p>
            <a:pPr lvl="1"/>
            <a:r>
              <a:rPr lang="en-US" dirty="0"/>
              <a:t>Then, the assembler generates a PC-relative LDR instruction that loads the value from the literal pool address into the specified register (r2 in this case).</a:t>
            </a:r>
          </a:p>
          <a:p>
            <a:pPr lvl="1"/>
            <a:r>
              <a:rPr lang="en-US" dirty="0"/>
              <a:t>The actual machine instruction looks like LDR r2, [pc, #offset], where the offset points to the location of the 0x55555555 constant in the literal pool.</a:t>
            </a:r>
          </a:p>
          <a:p>
            <a:pPr lvl="1"/>
            <a:r>
              <a:rPr lang="en-US" dirty="0"/>
              <a:t>This makes register value assignment flexible, but at the cost of incurring a memory access</a:t>
            </a:r>
          </a:p>
          <a:p>
            <a:r>
              <a:rPr lang="en-US" dirty="0"/>
              <a:t>(In exam questions like Q3 in the midterm, you are not allowed to use the LDR pseudo-instruction)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740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Lesson 45b - Adders Carry and Overflow, </a:t>
            </a:r>
            <a:r>
              <a:rPr lang="en-US" dirty="0" err="1"/>
              <a:t>LBEbooks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https://www.youtube.com/watch?v=9cXe_T99nL4</a:t>
            </a:r>
            <a:r>
              <a:rPr lang="en-US" dirty="0"/>
              <a:t> </a:t>
            </a:r>
          </a:p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4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5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4354</TotalTime>
  <Words>12677</Words>
  <Application>Microsoft Office PowerPoint</Application>
  <PresentationFormat>Widescreen</PresentationFormat>
  <Paragraphs>1704</Paragraphs>
  <Slides>85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2" baseType="lpstr">
      <vt:lpstr>Arial</vt:lpstr>
      <vt:lpstr>Arial Narrow</vt:lpstr>
      <vt:lpstr>Bookman Old Style</vt:lpstr>
      <vt:lpstr>Bookman Old Style (Headings)</vt:lpstr>
      <vt:lpstr>Calibri</vt:lpstr>
      <vt:lpstr>Cambria Math</vt:lpstr>
      <vt:lpstr>Consolas</vt:lpstr>
      <vt:lpstr>Courier New</vt:lpstr>
      <vt:lpstr>DejaVu Sans</vt:lpstr>
      <vt:lpstr>Gill Sans Light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PowerPoint Presentation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 (showing signed ints in decimal)</vt:lpstr>
      <vt:lpstr>Shift Operations (showing unsigned ints in decimal)</vt:lpstr>
      <vt:lpstr>Shift Operations (showing signed ints in decimal)</vt:lpstr>
      <vt:lpstr>Rotate Operations</vt:lpstr>
      <vt:lpstr>Rotate Operations</vt:lpstr>
      <vt:lpstr>Barrel Shifter More Examples</vt:lpstr>
      <vt:lpstr>SUB vs. RSB</vt:lpstr>
      <vt:lpstr>Integer Array Access with LSL</vt:lpstr>
      <vt:lpstr>Notes on Shifts and Flags</vt:lpstr>
      <vt:lpstr>In Detail: ANDS R2, R1, R0, LSL #1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Carry and Overflow Flags w/ Arithmetic Instructions</vt:lpstr>
      <vt:lpstr>Example</vt:lpstr>
      <vt:lpstr>Example</vt:lpstr>
      <vt:lpstr>Example: Subtraction</vt:lpstr>
      <vt:lpstr>Example: Subtraction More Details</vt:lpstr>
      <vt:lpstr>Example</vt:lpstr>
      <vt:lpstr>PowerPoint Presentation</vt:lpstr>
      <vt:lpstr>ARM Immediate Values</vt:lpstr>
      <vt:lpstr>Encoding #4080 as Immediate</vt:lpstr>
      <vt:lpstr>Loading Wide Values</vt:lpstr>
      <vt:lpstr>Pseudo instruction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418</cp:revision>
  <dcterms:created xsi:type="dcterms:W3CDTF">2014-02-05T02:41:42Z</dcterms:created>
  <dcterms:modified xsi:type="dcterms:W3CDTF">2026-09-30T14:50:46Z</dcterms:modified>
</cp:coreProperties>
</file>