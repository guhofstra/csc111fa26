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363" r:id="rId3"/>
    <p:sldId id="364" r:id="rId4"/>
    <p:sldId id="356" r:id="rId5"/>
    <p:sldId id="357" r:id="rId6"/>
    <p:sldId id="358" r:id="rId7"/>
    <p:sldId id="3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0ECDD-0212-4B45-9BF7-647D2D054BF4}" v="1" dt="2025-12-30T22:43:30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0"/>
    <p:restoredTop sz="79085" autoAdjust="0"/>
  </p:normalViewPr>
  <p:slideViewPr>
    <p:cSldViewPr>
      <p:cViewPr varScale="1">
        <p:scale>
          <a:sx n="65" d="100"/>
          <a:sy n="65" d="100"/>
        </p:scale>
        <p:origin x="14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5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4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5181695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3163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537" y="1905000"/>
            <a:ext cx="503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Set Architecture</a:t>
            </a:r>
          </a:p>
          <a:p>
            <a:pPr algn="r"/>
            <a:r>
              <a:rPr lang="en-US" sz="2400" b="1">
                <a:solidFill>
                  <a:srgbClr val="C00000"/>
                </a:solidFill>
              </a:rPr>
              <a:t>Exercises ANS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2752-E869-44D3-259E-876E866AF15A}"/>
              </a:ext>
            </a:extLst>
          </p:cNvPr>
          <p:cNvSpPr txBox="1"/>
          <p:nvPr/>
        </p:nvSpPr>
        <p:spPr>
          <a:xfrm>
            <a:off x="2334738" y="632103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295401"/>
            <a:ext cx="7162801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2B737-C4CA-666C-7381-726AE2810029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1593-9919-82DF-B1C1-1207903CD675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31F4-49C2-41CB-B120-1D95E9BC8D28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56331-7EE5-1D81-15A9-F4F2DCDE82CA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8566" y="1141510"/>
            <a:ext cx="6805626" cy="54116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A: With Big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 (the half-word has address range of [N, N+1], so its address is N)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With Little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N+3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N+2 (the half-word has address range of [N+2, N+3], so its address is N+2)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D03F1-A762-F492-543B-9AD6EC9F9CD7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EBAB1-3E91-1738-6671-40808660D47E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9" name="Group 33">
            <a:extLst>
              <a:ext uri="{FF2B5EF4-FFF2-40B4-BE49-F238E27FC236}">
                <a16:creationId xmlns:a16="http://schemas.microsoft.com/office/drawing/2014/main" id="{0FF2FFB8-C1EC-4B19-F866-D1FB55EAD587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10" name="Rectangle 34">
              <a:extLst>
                <a:ext uri="{FF2B5EF4-FFF2-40B4-BE49-F238E27FC236}">
                  <a16:creationId xmlns:a16="http://schemas.microsoft.com/office/drawing/2014/main" id="{F31FEC1C-ACD5-A713-4BFA-212468CF1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5">
              <a:extLst>
                <a:ext uri="{FF2B5EF4-FFF2-40B4-BE49-F238E27FC236}">
                  <a16:creationId xmlns:a16="http://schemas.microsoft.com/office/drawing/2014/main" id="{8901F92C-FFDE-99A5-2A39-F3A959892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FBF8E902-648C-92E9-3599-30414D1EC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936169EB-F16E-DE3D-C69C-5E732BA94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136153-F36F-FA15-4D76-068229B88F7A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CB7C6-E157-92DF-797C-BCBEF1292FF3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19806-F7FA-F088-EDA0-400A30CE0486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961C8-CAFC-5D62-A95B-EA81F6CE747D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A8BB3-C5EF-3F77-86D2-DB1CCAEF36EC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6F1534-5A97-76BA-4D10-552F77E560B8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6B71C-8785-BDEE-BEA1-D103CF6951D1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1" name="Group 33">
            <a:extLst>
              <a:ext uri="{FF2B5EF4-FFF2-40B4-BE49-F238E27FC236}">
                <a16:creationId xmlns:a16="http://schemas.microsoft.com/office/drawing/2014/main" id="{77DD1410-0E9B-3B5D-C548-891FB3449B78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ED0F7942-A8BC-20A0-E327-00CCBDCED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3B811DFC-B92F-7CA1-6FD4-485CC460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6">
              <a:extLst>
                <a:ext uri="{FF2B5EF4-FFF2-40B4-BE49-F238E27FC236}">
                  <a16:creationId xmlns:a16="http://schemas.microsoft.com/office/drawing/2014/main" id="{19400406-FD11-6DEA-2CD1-191108C0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5" name="Rectangle 37">
              <a:extLst>
                <a:ext uri="{FF2B5EF4-FFF2-40B4-BE49-F238E27FC236}">
                  <a16:creationId xmlns:a16="http://schemas.microsoft.com/office/drawing/2014/main" id="{CB0D7C8C-041A-DC9B-629E-F0CCD357F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BB9DD8F-2242-59A2-BE32-39681AA7529C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21416-D864-3591-BC43-7915457E3818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21E6B-94B9-06E4-6B52-2FB442C51E81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E7BC82-354E-E661-231F-1B084AAE406E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ED4791-16C8-D283-A94D-BFD275E68AC3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638461-6269-C6E9-6786-C46710975E86}"/>
              </a:ext>
            </a:extLst>
          </p:cNvPr>
          <p:cNvSpPr/>
          <p:nvPr/>
        </p:nvSpPr>
        <p:spPr>
          <a:xfrm>
            <a:off x="9276966" y="2587679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26192F-D559-ADA3-4CCF-645E6A7E1269}"/>
              </a:ext>
            </a:extLst>
          </p:cNvPr>
          <p:cNvSpPr/>
          <p:nvPr/>
        </p:nvSpPr>
        <p:spPr>
          <a:xfrm>
            <a:off x="9296826" y="4202354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1768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addresses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2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dirty="0"/>
              <a:t>Answer</a:t>
            </a:r>
            <a:r>
              <a:rPr lang="en-US" altLang="zh-CN" dirty="0"/>
              <a:t>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0x000C</a:t>
              </a:r>
              <a:endParaRPr lang="en-US" sz="1300" b="1" dirty="0">
                <a:solidFill>
                  <a:srgbClr val="C00000"/>
                </a:solidFill>
                <a:latin typeface="Arial Narrow" panose="020B0606020202030204" pitchFamily="34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07817" y="3265538"/>
              <a:ext cx="733425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0x0008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25747" y="4484738"/>
              <a:ext cx="688599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0x0004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07818" y="5703938"/>
              <a:ext cx="733424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0x0000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768699" y="2826468"/>
            <a:ext cx="4151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addresses of these four words?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Same as the address of the lowest-address </a:t>
            </a:r>
            <a:r>
              <a:rPr lang="en-US" sz="2000">
                <a:solidFill>
                  <a:srgbClr val="C00000"/>
                </a:solidFill>
                <a:latin typeface="Gill Sans MT"/>
              </a:rPr>
              <a:t>Byte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C00000"/>
                </a:solidFill>
                <a:latin typeface="Gill Sans MT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Gill Sans MT"/>
              </a:rPr>
              <a:t>this is true </a:t>
            </a:r>
            <a:r>
              <a:rPr lang="en-US" sz="2000" dirty="0">
                <a:solidFill>
                  <a:srgbClr val="C00000"/>
                </a:solidFill>
              </a:rPr>
              <a:t>for either Little-Endian or Big-Endian ordering)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23970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39" y="301826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39" y="544243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Answer: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40" y="3018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40" y="544243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3784" y="5982293"/>
            <a:ext cx="882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srgbClr val="0041FF"/>
                </a:solidFill>
                <a:latin typeface="Courier New" pitchFamily="49" charset="0"/>
              </a:rPr>
              <a:t>Endianness only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67090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6" grpId="0"/>
    </p:bldLst>
  </p:timing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2853</TotalTime>
  <Words>634</Words>
  <Application>Microsoft Office PowerPoint</Application>
  <PresentationFormat>Widescreen</PresentationFormat>
  <Paragraphs>177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Bookman Old Style (Headings)</vt:lpstr>
      <vt:lpstr>Gill Sans</vt:lpstr>
      <vt:lpstr>Gill Sans Light</vt:lpstr>
      <vt:lpstr>Arial Narrow</vt:lpstr>
      <vt:lpstr>Bookman Old Style</vt:lpstr>
      <vt:lpstr>Calibri</vt:lpstr>
      <vt:lpstr>Consolas</vt:lpstr>
      <vt:lpstr>Courier New</vt:lpstr>
      <vt:lpstr>Gill Sans MT</vt:lpstr>
      <vt:lpstr>Helvetica</vt:lpstr>
      <vt:lpstr>Wingdings</vt:lpstr>
      <vt:lpstr>Wingdings 3</vt:lpstr>
      <vt:lpstr>Origin</vt:lpstr>
      <vt:lpstr>Z. Gu</vt:lpstr>
      <vt:lpstr>Question: Endianness</vt:lpstr>
      <vt:lpstr>Answer: Endianness</vt:lpstr>
      <vt:lpstr>Question: Endianness</vt:lpstr>
      <vt:lpstr>Answer: Endianness</vt:lpstr>
      <vt:lpstr>Question: Endianness</vt:lpstr>
      <vt:lpstr>Answer: Endianness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300</cp:revision>
  <dcterms:created xsi:type="dcterms:W3CDTF">2013-02-03T05:36:57Z</dcterms:created>
  <dcterms:modified xsi:type="dcterms:W3CDTF">2025-12-30T22:44:20Z</dcterms:modified>
</cp:coreProperties>
</file>