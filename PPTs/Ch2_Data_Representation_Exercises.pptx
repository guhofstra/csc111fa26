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6" r:id="rId2"/>
    <p:sldId id="354" r:id="rId3"/>
    <p:sldId id="364" r:id="rId4"/>
    <p:sldId id="366" r:id="rId5"/>
    <p:sldId id="368" r:id="rId6"/>
    <p:sldId id="345" r:id="rId7"/>
    <p:sldId id="350" r:id="rId8"/>
    <p:sldId id="376" r:id="rId9"/>
    <p:sldId id="371" r:id="rId10"/>
    <p:sldId id="378" r:id="rId11"/>
    <p:sldId id="381" r:id="rId12"/>
    <p:sldId id="37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4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69D951-BA3F-437E-9716-74EDD83D17BB}" v="2" dt="2025-12-30T22:36:53.4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6195"/>
    <p:restoredTop sz="96331" autoAdjust="0"/>
  </p:normalViewPr>
  <p:slideViewPr>
    <p:cSldViewPr>
      <p:cViewPr varScale="1">
        <p:scale>
          <a:sx n="78" d="100"/>
          <a:sy n="78" d="100"/>
        </p:scale>
        <p:origin x="82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5-12-30T22:38:31.437" v="38" actId="47"/>
      <pc:docMkLst>
        <pc:docMk/>
      </pc:docMkLst>
      <pc:sldChg chg="modSp mod">
        <pc:chgData name="Zonghua Gu" userId="9a7e1853e1951ef5" providerId="LiveId" clId="{CF1FAA12-072C-4ED5-BA76-0FFFAEFDB88A}" dt="2025-12-30T22:38:09.731" v="27" actId="20577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12-30T22:38:09.731" v="27" actId="20577"/>
          <ac:spMkLst>
            <pc:docMk/>
            <pc:sldMk cId="1683281344" sldId="256"/>
            <ac:spMk id="6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3224147216" sldId="273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3826356647" sldId="300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2877060866" sldId="315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1402864826" sldId="316"/>
        </pc:sldMkLst>
      </pc:sldChg>
      <pc:sldChg chg="modSp add del modNotes">
        <pc:chgData name="Zonghua Gu" userId="9a7e1853e1951ef5" providerId="LiveId" clId="{CF1FAA12-072C-4ED5-BA76-0FFFAEFDB88A}" dt="2025-12-30T22:36:53.489" v="7"/>
        <pc:sldMkLst>
          <pc:docMk/>
          <pc:sldMk cId="3487491774" sldId="345"/>
        </pc:sldMkLst>
        <pc:spChg chg="mod">
          <ac:chgData name="Zonghua Gu" userId="9a7e1853e1951ef5" providerId="LiveId" clId="{CF1FAA12-072C-4ED5-BA76-0FFFAEFDB88A}" dt="2025-12-30T22:36:53.489" v="7"/>
          <ac:spMkLst>
            <pc:docMk/>
            <pc:sldMk cId="3487491774" sldId="345"/>
            <ac:spMk id="6" creationId="{00000000-0000-0000-0000-000000000000}"/>
          </ac:spMkLst>
        </pc:spChg>
      </pc:sldChg>
      <pc:sldChg chg="modSp add del modNotes">
        <pc:chgData name="Zonghua Gu" userId="9a7e1853e1951ef5" providerId="LiveId" clId="{CF1FAA12-072C-4ED5-BA76-0FFFAEFDB88A}" dt="2025-12-30T22:38:23.558" v="32" actId="47"/>
        <pc:sldMkLst>
          <pc:docMk/>
          <pc:sldMk cId="2495229133" sldId="347"/>
        </pc:sldMkLst>
        <pc:spChg chg="mod">
          <ac:chgData name="Zonghua Gu" userId="9a7e1853e1951ef5" providerId="LiveId" clId="{CF1FAA12-072C-4ED5-BA76-0FFFAEFDB88A}" dt="2025-12-30T22:36:53.489" v="7"/>
          <ac:spMkLst>
            <pc:docMk/>
            <pc:sldMk cId="2495229133" sldId="347"/>
            <ac:spMk id="6" creationId="{00000000-0000-0000-0000-000000000000}"/>
          </ac:spMkLst>
        </pc:spChg>
      </pc:sldChg>
      <pc:sldChg chg="add del">
        <pc:chgData name="Zonghua Gu" userId="9a7e1853e1951ef5" providerId="LiveId" clId="{CF1FAA12-072C-4ED5-BA76-0FFFAEFDB88A}" dt="2025-12-30T22:36:59.655" v="8" actId="47"/>
        <pc:sldMkLst>
          <pc:docMk/>
          <pc:sldMk cId="2697262119" sldId="348"/>
        </pc:sldMkLst>
      </pc:sldChg>
      <pc:sldChg chg="add del">
        <pc:chgData name="Zonghua Gu" userId="9a7e1853e1951ef5" providerId="LiveId" clId="{CF1FAA12-072C-4ED5-BA76-0FFFAEFDB88A}" dt="2025-12-30T22:36:59.655" v="8" actId="47"/>
        <pc:sldMkLst>
          <pc:docMk/>
          <pc:sldMk cId="3967346349" sldId="349"/>
        </pc:sldMkLst>
      </pc:sldChg>
      <pc:sldChg chg="modSp add del modNotes">
        <pc:chgData name="Zonghua Gu" userId="9a7e1853e1951ef5" providerId="LiveId" clId="{CF1FAA12-072C-4ED5-BA76-0FFFAEFDB88A}" dt="2025-12-30T22:36:53.489" v="7"/>
        <pc:sldMkLst>
          <pc:docMk/>
          <pc:sldMk cId="2059204055" sldId="350"/>
        </pc:sldMkLst>
        <pc:spChg chg="mod">
          <ac:chgData name="Zonghua Gu" userId="9a7e1853e1951ef5" providerId="LiveId" clId="{CF1FAA12-072C-4ED5-BA76-0FFFAEFDB88A}" dt="2025-12-30T22:36:53.489" v="7"/>
          <ac:spMkLst>
            <pc:docMk/>
            <pc:sldMk cId="2059204055" sldId="350"/>
            <ac:spMk id="6" creationId="{00000000-0000-0000-0000-000000000000}"/>
          </ac:spMkLst>
        </pc:spChg>
      </pc:sldChg>
      <pc:sldChg chg="modSp add del modNotes">
        <pc:chgData name="Zonghua Gu" userId="9a7e1853e1951ef5" providerId="LiveId" clId="{CF1FAA12-072C-4ED5-BA76-0FFFAEFDB88A}" dt="2025-12-30T22:38:24.764" v="33" actId="47"/>
        <pc:sldMkLst>
          <pc:docMk/>
          <pc:sldMk cId="637125637" sldId="351"/>
        </pc:sldMkLst>
        <pc:spChg chg="mod">
          <ac:chgData name="Zonghua Gu" userId="9a7e1853e1951ef5" providerId="LiveId" clId="{CF1FAA12-072C-4ED5-BA76-0FFFAEFDB88A}" dt="2025-12-30T22:36:53.489" v="7"/>
          <ac:spMkLst>
            <pc:docMk/>
            <pc:sldMk cId="637125637" sldId="351"/>
            <ac:spMk id="6" creationId="{00000000-0000-0000-0000-000000000000}"/>
          </ac:spMkLst>
        </pc:spChg>
      </pc:sldChg>
      <pc:sldChg chg="add del">
        <pc:chgData name="Zonghua Gu" userId="9a7e1853e1951ef5" providerId="LiveId" clId="{CF1FAA12-072C-4ED5-BA76-0FFFAEFDB88A}" dt="2025-12-30T22:36:53.489" v="7"/>
        <pc:sldMkLst>
          <pc:docMk/>
          <pc:sldMk cId="58400141" sldId="354"/>
        </pc:sldMkLst>
      </pc:sldChg>
      <pc:sldChg chg="add del">
        <pc:chgData name="Zonghua Gu" userId="9a7e1853e1951ef5" providerId="LiveId" clId="{CF1FAA12-072C-4ED5-BA76-0FFFAEFDB88A}" dt="2025-12-30T22:38:19.097" v="28" actId="47"/>
        <pc:sldMkLst>
          <pc:docMk/>
          <pc:sldMk cId="4288356722" sldId="355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390197301" sldId="358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727195102" sldId="362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1388852739" sldId="363"/>
        </pc:sldMkLst>
      </pc:sldChg>
      <pc:sldChg chg="add del">
        <pc:chgData name="Zonghua Gu" userId="9a7e1853e1951ef5" providerId="LiveId" clId="{CF1FAA12-072C-4ED5-BA76-0FFFAEFDB88A}" dt="2025-12-30T22:36:59.655" v="8" actId="47"/>
        <pc:sldMkLst>
          <pc:docMk/>
          <pc:sldMk cId="2461711799" sldId="363"/>
        </pc:sldMkLst>
      </pc:sldChg>
      <pc:sldChg chg="add del">
        <pc:chgData name="Zonghua Gu" userId="9a7e1853e1951ef5" providerId="LiveId" clId="{CF1FAA12-072C-4ED5-BA76-0FFFAEFDB88A}" dt="2025-12-30T22:36:53.489" v="7"/>
        <pc:sldMkLst>
          <pc:docMk/>
          <pc:sldMk cId="4182973488" sldId="364"/>
        </pc:sldMkLst>
      </pc:sldChg>
      <pc:sldChg chg="add del">
        <pc:chgData name="Zonghua Gu" userId="9a7e1853e1951ef5" providerId="LiveId" clId="{CF1FAA12-072C-4ED5-BA76-0FFFAEFDB88A}" dt="2025-12-30T22:38:20.372" v="29" actId="47"/>
        <pc:sldMkLst>
          <pc:docMk/>
          <pc:sldMk cId="3239216658" sldId="365"/>
        </pc:sldMkLst>
      </pc:sldChg>
      <pc:sldChg chg="add del">
        <pc:chgData name="Zonghua Gu" userId="9a7e1853e1951ef5" providerId="LiveId" clId="{CF1FAA12-072C-4ED5-BA76-0FFFAEFDB88A}" dt="2025-12-30T22:36:53.489" v="7"/>
        <pc:sldMkLst>
          <pc:docMk/>
          <pc:sldMk cId="1972876732" sldId="366"/>
        </pc:sldMkLst>
      </pc:sldChg>
      <pc:sldChg chg="modSp add del mod">
        <pc:chgData name="Zonghua Gu" userId="9a7e1853e1951ef5" providerId="LiveId" clId="{CF1FAA12-072C-4ED5-BA76-0FFFAEFDB88A}" dt="2025-12-30T22:38:21.702" v="30" actId="47"/>
        <pc:sldMkLst>
          <pc:docMk/>
          <pc:sldMk cId="3413348423" sldId="367"/>
        </pc:sldMkLst>
        <pc:spChg chg="mod">
          <ac:chgData name="Zonghua Gu" userId="9a7e1853e1951ef5" providerId="LiveId" clId="{CF1FAA12-072C-4ED5-BA76-0FFFAEFDB88A}" dt="2025-12-30T22:37:18.284" v="11" actId="27636"/>
          <ac:spMkLst>
            <pc:docMk/>
            <pc:sldMk cId="3413348423" sldId="367"/>
            <ac:spMk id="3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1545540691" sldId="368"/>
        </pc:sldMkLst>
      </pc:sldChg>
      <pc:sldChg chg="add del">
        <pc:chgData name="Zonghua Gu" userId="9a7e1853e1951ef5" providerId="LiveId" clId="{CF1FAA12-072C-4ED5-BA76-0FFFAEFDB88A}" dt="2025-12-30T22:36:53.489" v="7"/>
        <pc:sldMkLst>
          <pc:docMk/>
          <pc:sldMk cId="3830579323" sldId="368"/>
        </pc:sldMkLst>
      </pc:sldChg>
      <pc:sldChg chg="add del">
        <pc:chgData name="Zonghua Gu" userId="9a7e1853e1951ef5" providerId="LiveId" clId="{CF1FAA12-072C-4ED5-BA76-0FFFAEFDB88A}" dt="2025-12-30T22:38:22.429" v="31" actId="47"/>
        <pc:sldMkLst>
          <pc:docMk/>
          <pc:sldMk cId="3227605852" sldId="369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3788365083" sldId="369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1467900984" sldId="371"/>
        </pc:sldMkLst>
      </pc:sldChg>
      <pc:sldChg chg="add del">
        <pc:chgData name="Zonghua Gu" userId="9a7e1853e1951ef5" providerId="LiveId" clId="{CF1FAA12-072C-4ED5-BA76-0FFFAEFDB88A}" dt="2025-12-30T22:36:53.489" v="7"/>
        <pc:sldMkLst>
          <pc:docMk/>
          <pc:sldMk cId="3469062224" sldId="371"/>
        </pc:sldMkLst>
      </pc:sldChg>
      <pc:sldChg chg="add del">
        <pc:chgData name="Zonghua Gu" userId="9a7e1853e1951ef5" providerId="LiveId" clId="{CF1FAA12-072C-4ED5-BA76-0FFFAEFDB88A}" dt="2025-12-30T22:37:06.612" v="9" actId="47"/>
        <pc:sldMkLst>
          <pc:docMk/>
          <pc:sldMk cId="1191085775" sldId="372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3739211174" sldId="372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3379295464" sldId="373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3398972413" sldId="374"/>
        </pc:sldMkLst>
      </pc:sldChg>
      <pc:sldChg chg="add del">
        <pc:chgData name="Zonghua Gu" userId="9a7e1853e1951ef5" providerId="LiveId" clId="{CF1FAA12-072C-4ED5-BA76-0FFFAEFDB88A}" dt="2025-12-30T22:36:53.489" v="7"/>
        <pc:sldMkLst>
          <pc:docMk/>
          <pc:sldMk cId="3707209653" sldId="374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543366375" sldId="375"/>
        </pc:sldMkLst>
      </pc:sldChg>
      <pc:sldChg chg="add del">
        <pc:chgData name="Zonghua Gu" userId="9a7e1853e1951ef5" providerId="LiveId" clId="{CF1FAA12-072C-4ED5-BA76-0FFFAEFDB88A}" dt="2025-12-30T22:38:31.437" v="38" actId="47"/>
        <pc:sldMkLst>
          <pc:docMk/>
          <pc:sldMk cId="1834379896" sldId="375"/>
        </pc:sldMkLst>
      </pc:sldChg>
      <pc:sldChg chg="add del">
        <pc:chgData name="Zonghua Gu" userId="9a7e1853e1951ef5" providerId="LiveId" clId="{CF1FAA12-072C-4ED5-BA76-0FFFAEFDB88A}" dt="2025-12-30T22:36:53.489" v="7"/>
        <pc:sldMkLst>
          <pc:docMk/>
          <pc:sldMk cId="79272374" sldId="376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401109345" sldId="376"/>
        </pc:sldMkLst>
      </pc:sldChg>
      <pc:sldChg chg="add del">
        <pc:chgData name="Zonghua Gu" userId="9a7e1853e1951ef5" providerId="LiveId" clId="{CF1FAA12-072C-4ED5-BA76-0FFFAEFDB88A}" dt="2025-12-30T22:38:26.702" v="34" actId="47"/>
        <pc:sldMkLst>
          <pc:docMk/>
          <pc:sldMk cId="74280192" sldId="377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319654273" sldId="377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2518806627" sldId="378"/>
        </pc:sldMkLst>
      </pc:sldChg>
      <pc:sldChg chg="add del">
        <pc:chgData name="Zonghua Gu" userId="9a7e1853e1951ef5" providerId="LiveId" clId="{CF1FAA12-072C-4ED5-BA76-0FFFAEFDB88A}" dt="2025-12-30T22:36:53.489" v="7"/>
        <pc:sldMkLst>
          <pc:docMk/>
          <pc:sldMk cId="3059295914" sldId="378"/>
        </pc:sldMkLst>
      </pc:sldChg>
      <pc:sldChg chg="modSp add del mod">
        <pc:chgData name="Zonghua Gu" userId="9a7e1853e1951ef5" providerId="LiveId" clId="{CF1FAA12-072C-4ED5-BA76-0FFFAEFDB88A}" dt="2025-12-30T22:38:27.530" v="35" actId="47"/>
        <pc:sldMkLst>
          <pc:docMk/>
          <pc:sldMk cId="811741567" sldId="379"/>
        </pc:sldMkLst>
        <pc:spChg chg="mod">
          <ac:chgData name="Zonghua Gu" userId="9a7e1853e1951ef5" providerId="LiveId" clId="{CF1FAA12-072C-4ED5-BA76-0FFFAEFDB88A}" dt="2025-12-30T22:37:18.318" v="12" actId="27636"/>
          <ac:spMkLst>
            <pc:docMk/>
            <pc:sldMk cId="811741567" sldId="379"/>
            <ac:spMk id="4" creationId="{00000000-0000-0000-0000-000000000000}"/>
          </ac:spMkLst>
        </pc:spChg>
      </pc:sldChg>
      <pc:sldChg chg="add del">
        <pc:chgData name="Zonghua Gu" userId="9a7e1853e1951ef5" providerId="LiveId" clId="{CF1FAA12-072C-4ED5-BA76-0FFFAEFDB88A}" dt="2025-12-30T22:38:28.675" v="36" actId="47"/>
        <pc:sldMkLst>
          <pc:docMk/>
          <pc:sldMk cId="811871471" sldId="380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1085678642" sldId="381"/>
        </pc:sldMkLst>
      </pc:sldChg>
      <pc:sldChg chg="add del">
        <pc:chgData name="Zonghua Gu" userId="9a7e1853e1951ef5" providerId="LiveId" clId="{CF1FAA12-072C-4ED5-BA76-0FFFAEFDB88A}" dt="2025-12-30T22:36:53.489" v="7"/>
        <pc:sldMkLst>
          <pc:docMk/>
          <pc:sldMk cId="3390048106" sldId="381"/>
        </pc:sldMkLst>
      </pc:sldChg>
      <pc:sldChg chg="modSp add del mod">
        <pc:chgData name="Zonghua Gu" userId="9a7e1853e1951ef5" providerId="LiveId" clId="{CF1FAA12-072C-4ED5-BA76-0FFFAEFDB88A}" dt="2025-12-30T22:38:29.713" v="37" actId="47"/>
        <pc:sldMkLst>
          <pc:docMk/>
          <pc:sldMk cId="3132920451" sldId="382"/>
        </pc:sldMkLst>
        <pc:spChg chg="mod">
          <ac:chgData name="Zonghua Gu" userId="9a7e1853e1951ef5" providerId="LiveId" clId="{CF1FAA12-072C-4ED5-BA76-0FFFAEFDB88A}" dt="2025-12-30T22:37:18.335" v="13" actId="27636"/>
          <ac:spMkLst>
            <pc:docMk/>
            <pc:sldMk cId="3132920451" sldId="382"/>
            <ac:spMk id="4" creationId="{00000000-0000-0000-0000-000000000000}"/>
          </ac:spMkLst>
        </pc:spChg>
      </pc:sldChg>
      <pc:sldChg chg="add del">
        <pc:chgData name="Zonghua Gu" userId="9a7e1853e1951ef5" providerId="LiveId" clId="{CF1FAA12-072C-4ED5-BA76-0FFFAEFDB88A}" dt="2025-12-30T22:37:06.612" v="9" actId="47"/>
        <pc:sldMkLst>
          <pc:docMk/>
          <pc:sldMk cId="2623990252" sldId="383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2078770568" sldId="389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2643884229" sldId="390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1880513564" sldId="391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3705688228" sldId="392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1954664166" sldId="393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1750637420" sldId="396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798167026" sldId="403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2359258257" sldId="404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3353121865" sldId="405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3984964825" sldId="406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3109495620" sldId="407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3996301992" sldId="408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2586784592" sldId="547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3688525025" sldId="548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2452229118" sldId="549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3344429198" sldId="550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1562305934" sldId="551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2604975384" sldId="552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4009754153" sldId="554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795827474" sldId="557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143234136" sldId="558"/>
        </pc:sldMkLst>
      </pc:sldChg>
      <pc:sldChg chg="del">
        <pc:chgData name="Zonghua Gu" userId="9a7e1853e1951ef5" providerId="LiveId" clId="{CF1FAA12-072C-4ED5-BA76-0FFFAEFDB88A}" dt="2025-12-30T22:35:52.143" v="0" actId="47"/>
        <pc:sldMkLst>
          <pc:docMk/>
          <pc:sldMk cId="1687699596" sldId="55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97FDFF-7B9F-7D4D-BFC0-AAD1F3D3D3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890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97FDFF-7B9F-7D4D-BFC0-AAD1F3D3D3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7586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12/30/2025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12/30/2025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Z. Gu</a:t>
            </a:r>
            <a:br>
              <a:rPr lang="en-US" sz="2000" dirty="0"/>
            </a:br>
            <a:r>
              <a:rPr lang="en-US" sz="2000" dirty="0"/>
              <a:t>Hofstra University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79233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01425" y="1743875"/>
            <a:ext cx="31681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2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Data Representation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Number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kern="0" dirty="0">
                <a:latin typeface="Arial" charset="0"/>
              </a:rPr>
              <a:t>Q: Convert 0x3A56E2F8 into binary  </a:t>
            </a:r>
          </a:p>
          <a:p>
            <a:endParaRPr lang="en-US" dirty="0"/>
          </a:p>
          <a:p>
            <a:r>
              <a:rPr lang="en-US" dirty="0"/>
              <a:t>Q: Convert binary number 111010 into hex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00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2’s Complement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For each of the following binary numbers, give the corresponding binary number of its negation, for an 8-bit system, with 2’s-complement representation.</a:t>
            </a:r>
          </a:p>
          <a:p>
            <a:r>
              <a:rPr lang="pt-BR" dirty="0"/>
              <a:t>(a) x=01010101</a:t>
            </a:r>
          </a:p>
          <a:p>
            <a:r>
              <a:rPr lang="pt-BR" dirty="0"/>
              <a:t>(b) x=10101010</a:t>
            </a:r>
          </a:p>
          <a:p>
            <a:r>
              <a:rPr lang="pt-BR" dirty="0"/>
              <a:t>(c) x=10000000</a:t>
            </a:r>
          </a:p>
        </p:txBody>
      </p:sp>
    </p:spTree>
    <p:extLst>
      <p:ext uri="{BB962C8B-B14F-4D97-AF65-F5344CB8AC3E}">
        <p14:creationId xmlns:p14="http://schemas.microsoft.com/office/powerpoint/2010/main" val="4182973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Number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>
                <a:latin typeface="Tahoma" pitchFamily="34" charset="0"/>
                <a:cs typeface="Times New Roman" pitchFamily="18" charset="0"/>
              </a:rPr>
              <a:t>Q: </a:t>
            </a:r>
            <a:r>
              <a:rPr lang="en-US" dirty="0">
                <a:latin typeface="Tahoma" pitchFamily="34" charset="0"/>
                <a:cs typeface="Times New Roman" pitchFamily="18" charset="0"/>
              </a:rPr>
              <a:t>What is the decimal value of binary number x=10100111 as either unsigned </a:t>
            </a:r>
            <a:r>
              <a:rPr lang="en-US" dirty="0" err="1">
                <a:latin typeface="Tahoma" pitchFamily="34" charset="0"/>
                <a:cs typeface="Times New Roman" pitchFamily="18" charset="0"/>
              </a:rPr>
              <a:t>int</a:t>
            </a:r>
            <a:r>
              <a:rPr lang="en-US" dirty="0">
                <a:latin typeface="Tahoma" pitchFamily="34" charset="0"/>
                <a:cs typeface="Times New Roman" pitchFamily="18" charset="0"/>
              </a:rPr>
              <a:t>, or signed </a:t>
            </a:r>
            <a:r>
              <a:rPr lang="en-US" dirty="0" err="1">
                <a:latin typeface="Tahoma" pitchFamily="34" charset="0"/>
                <a:cs typeface="Times New Roman" pitchFamily="18" charset="0"/>
              </a:rPr>
              <a:t>int</a:t>
            </a:r>
            <a:r>
              <a:rPr lang="en-US" dirty="0">
                <a:latin typeface="Tahoma" pitchFamily="34" charset="0"/>
                <a:cs typeface="Times New Roman" pitchFamily="18" charset="0"/>
              </a:rPr>
              <a:t> in 2’s complement representation?</a:t>
            </a:r>
          </a:p>
          <a:p>
            <a:r>
              <a:rPr lang="en-US" dirty="0">
                <a:latin typeface="Tahoma" pitchFamily="34" charset="0"/>
                <a:cs typeface="Times New Roman" pitchFamily="18" charset="0"/>
              </a:rPr>
              <a:t>What about x=11100001? </a:t>
            </a:r>
          </a:p>
          <a:p>
            <a:r>
              <a:rPr lang="en-US" dirty="0">
                <a:latin typeface="Tahoma" pitchFamily="34" charset="0"/>
                <a:cs typeface="Times New Roman" pitchFamily="18" charset="0"/>
              </a:rPr>
              <a:t>What about x=10000000?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876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Number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Which number is larger: 1001 or 0011 in binary?</a:t>
            </a:r>
          </a:p>
          <a:p>
            <a:r>
              <a:rPr lang="en-US" dirty="0"/>
              <a:t>Q: Which number is larger: 0xFFFFFFFF or 0x00000001 in hex?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57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Number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range of decimals can be expressed with a 6-bit number (assuming </a:t>
            </a:r>
            <a:r>
              <a:rPr lang="en-US" altLang="zh-CN" dirty="0"/>
              <a:t>Two</a:t>
            </a:r>
            <a:r>
              <a:rPr lang="en-US" dirty="0"/>
              <a:t>’s complement representation)?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>
              <a:defRPr/>
            </a:pPr>
            <a:fld id="{69240954-B576-9D4D-A4A4-BAF4EBC7B2CF}" type="datetime1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342900">
                <a:defRPr/>
              </a:pPr>
              <a:t>12/30/2025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342900">
              <a:defRPr/>
            </a:pPr>
            <a:fld id="{3CC63E4C-4642-794D-A2FD-70F6B81535F5}" type="slidenum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algn="r" defTabSz="342900">
                <a:defRPr/>
              </a:pPr>
              <a:t>6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>
              <a:defRPr/>
            </a:pPr>
            <a:r>
              <a:rPr lang="en-US"/>
              <a:t>Fall </a:t>
            </a:r>
            <a:r>
              <a:rPr lang="is-IS"/>
              <a:t>2017</a:t>
            </a:r>
            <a:r>
              <a:rPr lang="en-US"/>
              <a:t> - Lecture #1</a:t>
            </a:r>
            <a:endParaRPr lang="en-US" sz="900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707576" y="3107377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Answer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Range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-32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-64 … 63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-31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-16 … 15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-32 … 31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7491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Number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range of decimals can be expressed with a 6-bit </a:t>
            </a:r>
            <a:r>
              <a:rPr lang="en-US" altLang="zh-CN" dirty="0"/>
              <a:t>unsigned integer</a:t>
            </a:r>
            <a:r>
              <a:rPr lang="en-US" dirty="0"/>
              <a:t>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>
              <a:defRPr/>
            </a:pPr>
            <a:fld id="{69240954-B576-9D4D-A4A4-BAF4EBC7B2CF}" type="datetime1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342900">
                <a:defRPr/>
              </a:pPr>
              <a:t>12/30/2025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342900">
              <a:defRPr/>
            </a:pPr>
            <a:fld id="{3CC63E4C-4642-794D-A2FD-70F6B81535F5}" type="slidenum">
              <a:rPr lang="en-US" sz="900">
                <a:solidFill>
                  <a:prstClr val="black">
                    <a:tint val="75000"/>
                  </a:prstClr>
                </a:solidFill>
                <a:latin typeface="Calibri"/>
              </a:rPr>
              <a:pPr algn="r" defTabSz="342900">
                <a:defRPr/>
              </a:pPr>
              <a:t>7</a:t>
            </a:fld>
            <a:endParaRPr lang="en-US" sz="9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>
              <a:defRPr/>
            </a:pPr>
            <a:r>
              <a:rPr lang="en-US"/>
              <a:t>Fall </a:t>
            </a:r>
            <a:r>
              <a:rPr lang="is-IS"/>
              <a:t>2017</a:t>
            </a:r>
            <a:r>
              <a:rPr lang="en-US"/>
              <a:t> - Lecture #1</a:t>
            </a:r>
            <a:endParaRPr lang="en-US" sz="900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707576" y="3107377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Answer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Range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-32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-64 … 63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-31 … 32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-16 … 15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 … 63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204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Integer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What is the result of 1001 + 0011?</a:t>
            </a:r>
          </a:p>
        </p:txBody>
      </p:sp>
    </p:spTree>
    <p:extLst>
      <p:ext uri="{BB962C8B-B14F-4D97-AF65-F5344CB8AC3E}">
        <p14:creationId xmlns:p14="http://schemas.microsoft.com/office/powerpoint/2010/main" val="79272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Question: Addition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Consider a 4-bit system. What is the result of addition  1011+0110, assuming either unsigned integers, or signed integers</a:t>
            </a:r>
            <a:r>
              <a:rPr lang="en-US" altLang="zh-CN" dirty="0"/>
              <a:t> </a:t>
            </a:r>
            <a:r>
              <a:rPr lang="en-US" dirty="0"/>
              <a:t>in 2’s-complement representation</a:t>
            </a:r>
            <a:r>
              <a:rPr lang="zh-CN" altLang="en-US" dirty="0"/>
              <a:t>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062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Question: Subtraction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Consider a 4-bit system. What is the result of subtraction 1011-0110, assuming either unsigned integers, or signed integers</a:t>
            </a:r>
            <a:r>
              <a:rPr lang="en-US" altLang="zh-CN" dirty="0"/>
              <a:t xml:space="preserve"> </a:t>
            </a:r>
            <a:r>
              <a:rPr lang="en-US" dirty="0"/>
              <a:t>in 2’s-complement representation</a:t>
            </a:r>
            <a:r>
              <a:rPr lang="zh-CN" altLang="en-US" dirty="0"/>
              <a:t>？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295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Question: Subtraction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Q: Consider a 4-bit system. What is the result of subtraction 0110</a:t>
            </a:r>
            <a:r>
              <a:rPr lang="en-US" altLang="zh-CN" dirty="0"/>
              <a:t>-</a:t>
            </a:r>
            <a:r>
              <a:rPr lang="en-US" dirty="0"/>
              <a:t>1011, assuming either unsigned integers, or signed integers</a:t>
            </a:r>
            <a:r>
              <a:rPr lang="en-US" altLang="zh-CN" dirty="0"/>
              <a:t> </a:t>
            </a:r>
            <a:r>
              <a:rPr lang="en-US" dirty="0"/>
              <a:t>in 2’s-complement representation</a:t>
            </a:r>
            <a:r>
              <a:rPr lang="zh-CN" altLang="en-US" dirty="0"/>
              <a:t>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90048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Question: True or False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Borrow=1 is impossible when subtracting one unsigned number from another.</a:t>
            </a:r>
          </a:p>
          <a:p>
            <a:r>
              <a:rPr lang="en-US" dirty="0"/>
              <a:t>2. Overflow=1 is impossible when subtracting two signed operands of the same sign.</a:t>
            </a:r>
          </a:p>
          <a:p>
            <a:r>
              <a:rPr lang="en-US" dirty="0"/>
              <a:t>3. There are two representations of zero in 2’s complement representation.</a:t>
            </a:r>
          </a:p>
          <a:p>
            <a:r>
              <a:rPr lang="en-US" dirty="0"/>
              <a:t>4. In 2’s complement, the absolute values of smallest negative and largest positive numbers are identical.</a:t>
            </a:r>
          </a:p>
        </p:txBody>
      </p:sp>
    </p:spTree>
    <p:extLst>
      <p:ext uri="{BB962C8B-B14F-4D97-AF65-F5344CB8AC3E}">
        <p14:creationId xmlns:p14="http://schemas.microsoft.com/office/powerpoint/2010/main" val="37072096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2915</TotalTime>
  <Words>444</Words>
  <Application>Microsoft Office PowerPoint</Application>
  <PresentationFormat>Widescreen</PresentationFormat>
  <Paragraphs>76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Bookman Old Style (Headings)</vt:lpstr>
      <vt:lpstr>Arial</vt:lpstr>
      <vt:lpstr>Bookman Old Style</vt:lpstr>
      <vt:lpstr>Calibri</vt:lpstr>
      <vt:lpstr>Gill Sans MT</vt:lpstr>
      <vt:lpstr>Tahoma</vt:lpstr>
      <vt:lpstr>Wingdings</vt:lpstr>
      <vt:lpstr>Wingdings 3</vt:lpstr>
      <vt:lpstr>Origin</vt:lpstr>
      <vt:lpstr>Z. Gu Hofstra University</vt:lpstr>
      <vt:lpstr>Question: Number Conversion</vt:lpstr>
      <vt:lpstr>Question: 2’s Complement</vt:lpstr>
      <vt:lpstr>Question: Number Conversion</vt:lpstr>
      <vt:lpstr>Question: Number Conversion</vt:lpstr>
      <vt:lpstr>Question: Number Range</vt:lpstr>
      <vt:lpstr>Question: Number Range</vt:lpstr>
      <vt:lpstr>Question: Integer arithmetic</vt:lpstr>
      <vt:lpstr>Question: Addition</vt:lpstr>
      <vt:lpstr>Question: Subtraction</vt:lpstr>
      <vt:lpstr>Question: Subtraction</vt:lpstr>
      <vt:lpstr>Question: True or False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315</cp:revision>
  <dcterms:created xsi:type="dcterms:W3CDTF">2013-02-03T05:36:57Z</dcterms:created>
  <dcterms:modified xsi:type="dcterms:W3CDTF">2025-12-30T22:38:35Z</dcterms:modified>
</cp:coreProperties>
</file>