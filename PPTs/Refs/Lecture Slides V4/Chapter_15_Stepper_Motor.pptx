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67" autoAdjust="0"/>
  </p:normalViewPr>
  <p:slideViewPr>
    <p:cSldViewPr>
      <p:cViewPr varScale="1">
        <p:scale>
          <a:sx n="138" d="100"/>
          <a:sy n="138" d="100"/>
        </p:scale>
        <p:origin x="39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712218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2057400"/>
            <a:ext cx="2449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15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Stepper Motors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Angle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10000" y="1524000"/>
                <a:ext cx="4572000" cy="125585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𝑆𝑡𝑒𝑝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𝐴𝑛𝑔𝑙𝑒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360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°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𝑠𝑡𝑒𝑝𝑠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𝑟𝑒𝑣𝑜𝑙𝑢𝑡𝑖𝑜𝑛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𝑠𝑡𝑒𝑝𝑠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𝑝𝑒𝑟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𝑟𝑒𝑣𝑜𝑙𝑢𝑡𝑖𝑜𝑛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𝑃</m:t>
                      </m:r>
                      <m:r>
                        <a:rPr lang="en-US" i="1">
                          <a:latin typeface="Cambria Math"/>
                        </a:rPr>
                        <m:t>×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1524000"/>
                <a:ext cx="4572000" cy="1255857"/>
              </a:xfrm>
              <a:prstGeom prst="rect">
                <a:avLst/>
              </a:prstGeom>
              <a:blipFill>
                <a:blip r:embed="rId2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14400" y="3011269"/>
                <a:ext cx="1089659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𝑃</m:t>
                    </m:r>
                  </m:oMath>
                </a14:m>
                <a:r>
                  <a:rPr lang="en-US" dirty="0"/>
                  <a:t> is the total number of phases on the stator,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is the total number permanent-magnetic poles available on the rotor.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011269"/>
                <a:ext cx="10896599" cy="646331"/>
              </a:xfrm>
              <a:prstGeom prst="rect">
                <a:avLst/>
              </a:prstGeom>
              <a:blipFill>
                <a:blip r:embed="rId3"/>
                <a:stretch>
                  <a:fillRect l="-466" t="-3922" r="-117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3657600"/>
            <a:ext cx="51244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04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Bipolar Stepper Motor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057401"/>
            <a:ext cx="327345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181" y="1752600"/>
            <a:ext cx="50482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281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Unipolar Stepper Motor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10" y="1712119"/>
            <a:ext cx="385762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16943"/>
            <a:ext cx="495300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30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 Stepping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03899"/>
            <a:ext cx="2286000" cy="2515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186259"/>
            <a:ext cx="2285999" cy="278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2" y="1143001"/>
            <a:ext cx="2253215" cy="275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229" y="1157250"/>
            <a:ext cx="2225035" cy="2652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752827"/>
            <a:ext cx="4408700" cy="252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17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Stepping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04" y="1296037"/>
            <a:ext cx="2431922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96038"/>
            <a:ext cx="2386012" cy="285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205208"/>
            <a:ext cx="2460898" cy="294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1" y="1205208"/>
            <a:ext cx="2187023" cy="274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626" y="4077174"/>
            <a:ext cx="4114800" cy="22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762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671" y="1371600"/>
            <a:ext cx="2127129" cy="249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Half-stepping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2374422" cy="27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148" y="1295401"/>
            <a:ext cx="2439453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520" y="1319212"/>
            <a:ext cx="226268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4027751"/>
            <a:ext cx="2257935" cy="264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682" y="3912219"/>
            <a:ext cx="2323718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997" y="3940050"/>
            <a:ext cx="2076929" cy="2536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1" y="4025101"/>
            <a:ext cx="2176463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Half-stepping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05001"/>
            <a:ext cx="8382000" cy="260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559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2470</TotalTime>
  <Words>88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Bookman Old Style (Headings)</vt:lpstr>
      <vt:lpstr>Bookman Old Style</vt:lpstr>
      <vt:lpstr>Calibri</vt:lpstr>
      <vt:lpstr>Cambria Math</vt:lpstr>
      <vt:lpstr>Gill Sans MT</vt:lpstr>
      <vt:lpstr>Wingdings</vt:lpstr>
      <vt:lpstr>Wingdings 3</vt:lpstr>
      <vt:lpstr>Origin</vt:lpstr>
      <vt:lpstr>Dr. Yifeng Zhu Electrical and Computer Engineering University of Maine</vt:lpstr>
      <vt:lpstr>Step Angle</vt:lpstr>
      <vt:lpstr>Bipolar Stepper Motor</vt:lpstr>
      <vt:lpstr>Unipolar Stepper Motor</vt:lpstr>
      <vt:lpstr>Wave Stepping</vt:lpstr>
      <vt:lpstr>Full Stepping</vt:lpstr>
      <vt:lpstr>Half-stepping</vt:lpstr>
      <vt:lpstr>Half-stepping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226</cp:revision>
  <dcterms:created xsi:type="dcterms:W3CDTF">2013-02-03T05:36:57Z</dcterms:created>
  <dcterms:modified xsi:type="dcterms:W3CDTF">2025-09-25T00:29:31Z</dcterms:modified>
</cp:coreProperties>
</file>