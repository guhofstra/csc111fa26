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41" r:id="rId19"/>
    <p:sldId id="738" r:id="rId20"/>
    <p:sldId id="745" r:id="rId21"/>
    <p:sldId id="284" r:id="rId22"/>
    <p:sldId id="285" r:id="rId23"/>
    <p:sldId id="291" r:id="rId24"/>
    <p:sldId id="750" r:id="rId25"/>
    <p:sldId id="292" r:id="rId26"/>
    <p:sldId id="313" r:id="rId27"/>
    <p:sldId id="312" r:id="rId28"/>
    <p:sldId id="286" r:id="rId29"/>
    <p:sldId id="287" r:id="rId30"/>
    <p:sldId id="288" r:id="rId31"/>
    <p:sldId id="289" r:id="rId32"/>
    <p:sldId id="307" r:id="rId33"/>
    <p:sldId id="293" r:id="rId34"/>
    <p:sldId id="326" r:id="rId35"/>
    <p:sldId id="315" r:id="rId36"/>
    <p:sldId id="316" r:id="rId37"/>
    <p:sldId id="317" r:id="rId38"/>
    <p:sldId id="318" r:id="rId39"/>
    <p:sldId id="320" r:id="rId40"/>
    <p:sldId id="295" r:id="rId41"/>
    <p:sldId id="277" r:id="rId42"/>
    <p:sldId id="330" r:id="rId43"/>
    <p:sldId id="735" r:id="rId44"/>
    <p:sldId id="337" r:id="rId45"/>
    <p:sldId id="279" r:id="rId46"/>
    <p:sldId id="332" r:id="rId47"/>
    <p:sldId id="351" r:id="rId48"/>
    <p:sldId id="348" r:id="rId49"/>
    <p:sldId id="352" r:id="rId50"/>
    <p:sldId id="331" r:id="rId51"/>
    <p:sldId id="746" r:id="rId52"/>
    <p:sldId id="747" r:id="rId53"/>
    <p:sldId id="748" r:id="rId54"/>
    <p:sldId id="749" r:id="rId55"/>
    <p:sldId id="354" r:id="rId56"/>
    <p:sldId id="359" r:id="rId57"/>
    <p:sldId id="358" r:id="rId58"/>
    <p:sldId id="334" r:id="rId59"/>
    <p:sldId id="336" r:id="rId60"/>
    <p:sldId id="341" r:id="rId61"/>
    <p:sldId id="344" r:id="rId62"/>
    <p:sldId id="342" r:id="rId63"/>
    <p:sldId id="345" r:id="rId64"/>
    <p:sldId id="346" r:id="rId65"/>
    <p:sldId id="343" r:id="rId66"/>
    <p:sldId id="751" r:id="rId67"/>
    <p:sldId id="752" r:id="rId68"/>
    <p:sldId id="753" r:id="rId69"/>
    <p:sldId id="754" r:id="rId70"/>
    <p:sldId id="755" r:id="rId71"/>
    <p:sldId id="347" r:id="rId72"/>
    <p:sldId id="75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1FBE9-8CE1-4E51-AEB4-40EBDC8C44BF}" v="84" dt="2025-10-01T01:53:23.4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2211" autoAdjust="0"/>
    <p:restoredTop sz="75033" autoAdjust="0"/>
  </p:normalViewPr>
  <p:slideViewPr>
    <p:cSldViewPr>
      <p:cViewPr varScale="1">
        <p:scale>
          <a:sx n="62" d="100"/>
          <a:sy n="62" d="100"/>
        </p:scale>
        <p:origin x="8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6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10-01T01:54:34.708" v="426" actId="2890"/>
      <pc:docMkLst>
        <pc:docMk/>
      </pc:docMkLst>
      <pc:sldChg chg="del">
        <pc:chgData name="Zonghua Gu" userId="9a7e1853e1951ef5" providerId="LiveId" clId="{CF1FAA12-072C-4ED5-BA76-0FFFAEFDB88A}" dt="2025-10-01T01:08:20.982" v="30" actId="47"/>
        <pc:sldMkLst>
          <pc:docMk/>
          <pc:sldMk cId="1227639730" sldId="256"/>
        </pc:sldMkLst>
      </pc:sldChg>
      <pc:sldChg chg="modSp mod">
        <pc:chgData name="Zonghua Gu" userId="9a7e1853e1951ef5" providerId="LiveId" clId="{CF1FAA12-072C-4ED5-BA76-0FFFAEFDB88A}" dt="2025-10-01T01:07:43.176" v="7" actId="27636"/>
        <pc:sldMkLst>
          <pc:docMk/>
          <pc:sldMk cId="1337576135" sldId="293"/>
        </pc:sldMkLst>
        <pc:spChg chg="mod">
          <ac:chgData name="Zonghua Gu" userId="9a7e1853e1951ef5" providerId="LiveId" clId="{CF1FAA12-072C-4ED5-BA76-0FFFAEFDB88A}" dt="2025-10-01T01:07:43.176" v="7" actId="27636"/>
          <ac:spMkLst>
            <pc:docMk/>
            <pc:sldMk cId="1337576135" sldId="293"/>
            <ac:spMk id="3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1274838406" sldId="306"/>
        </pc:sldMkLst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1720761071" sldId="322"/>
        </pc:sldMkLst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4133200898" sldId="323"/>
        </pc:sldMkLst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2177597633" sldId="324"/>
        </pc:sldMkLst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2177597633" sldId="325"/>
        </pc:sldMkLst>
      </pc:sldChg>
      <pc:sldChg chg="del">
        <pc:chgData name="Zonghua Gu" userId="9a7e1853e1951ef5" providerId="LiveId" clId="{CF1FAA12-072C-4ED5-BA76-0FFFAEFDB88A}" dt="2025-10-01T01:04:45.466" v="0" actId="47"/>
        <pc:sldMkLst>
          <pc:docMk/>
          <pc:sldMk cId="2148212839" sldId="329"/>
        </pc:sldMkLst>
      </pc:sldChg>
      <pc:sldChg chg="del">
        <pc:chgData name="Zonghua Gu" userId="9a7e1853e1951ef5" providerId="LiveId" clId="{CF1FAA12-072C-4ED5-BA76-0FFFAEFDB88A}" dt="2025-10-01T01:11:49.919" v="52" actId="47"/>
        <pc:sldMkLst>
          <pc:docMk/>
          <pc:sldMk cId="45956393" sldId="333"/>
        </pc:sldMkLst>
      </pc:sldChg>
      <pc:sldChg chg="addSp delSp modSp mod delAnim modAnim">
        <pc:chgData name="Zonghua Gu" userId="9a7e1853e1951ef5" providerId="LiveId" clId="{CF1FAA12-072C-4ED5-BA76-0FFFAEFDB88A}" dt="2025-10-01T01:27:53.143" v="173"/>
        <pc:sldMkLst>
          <pc:docMk/>
          <pc:sldMk cId="1913135421" sldId="334"/>
        </pc:sldMkLst>
        <pc:spChg chg="mod">
          <ac:chgData name="Zonghua Gu" userId="9a7e1853e1951ef5" providerId="LiveId" clId="{CF1FAA12-072C-4ED5-BA76-0FFFAEFDB88A}" dt="2025-10-01T01:11:54.748" v="59" actId="20577"/>
          <ac:spMkLst>
            <pc:docMk/>
            <pc:sldMk cId="1913135421" sldId="334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01T01:27:53.143" v="173"/>
          <ac:spMkLst>
            <pc:docMk/>
            <pc:sldMk cId="1913135421" sldId="334"/>
            <ac:spMk id="5" creationId="{00000000-0000-0000-0000-000000000000}"/>
          </ac:spMkLst>
        </pc:spChg>
        <pc:spChg chg="del">
          <ac:chgData name="Zonghua Gu" userId="9a7e1853e1951ef5" providerId="LiveId" clId="{CF1FAA12-072C-4ED5-BA76-0FFFAEFDB88A}" dt="2025-10-01T01:10:24.514" v="32" actId="478"/>
          <ac:spMkLst>
            <pc:docMk/>
            <pc:sldMk cId="1913135421" sldId="334"/>
            <ac:spMk id="6" creationId="{00000000-0000-0000-0000-000000000000}"/>
          </ac:spMkLst>
        </pc:spChg>
        <pc:spChg chg="del">
          <ac:chgData name="Zonghua Gu" userId="9a7e1853e1951ef5" providerId="LiveId" clId="{CF1FAA12-072C-4ED5-BA76-0FFFAEFDB88A}" dt="2025-10-01T01:10:32.111" v="34" actId="478"/>
          <ac:spMkLst>
            <pc:docMk/>
            <pc:sldMk cId="1913135421" sldId="334"/>
            <ac:spMk id="7" creationId="{00000000-0000-0000-0000-000000000000}"/>
          </ac:spMkLst>
        </pc:spChg>
        <pc:spChg chg="add mod">
          <ac:chgData name="Zonghua Gu" userId="9a7e1853e1951ef5" providerId="LiveId" clId="{CF1FAA12-072C-4ED5-BA76-0FFFAEFDB88A}" dt="2025-10-01T01:26:36.077" v="172" actId="20577"/>
          <ac:spMkLst>
            <pc:docMk/>
            <pc:sldMk cId="1913135421" sldId="334"/>
            <ac:spMk id="9" creationId="{12BA289E-808A-917F-A191-D39BD9F8BFF1}"/>
          </ac:spMkLst>
        </pc:spChg>
        <pc:spChg chg="mod">
          <ac:chgData name="Zonghua Gu" userId="9a7e1853e1951ef5" providerId="LiveId" clId="{CF1FAA12-072C-4ED5-BA76-0FFFAEFDB88A}" dt="2025-10-01T01:13:43.957" v="123" actId="207"/>
          <ac:spMkLst>
            <pc:docMk/>
            <pc:sldMk cId="1913135421" sldId="334"/>
            <ac:spMk id="11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0-01T01:11:00.398" v="35" actId="47"/>
        <pc:sldMkLst>
          <pc:docMk/>
          <pc:sldMk cId="3816386607" sldId="335"/>
        </pc:sldMkLst>
      </pc:sldChg>
      <pc:sldChg chg="addSp delSp modSp mod delAnim modAnim">
        <pc:chgData name="Zonghua Gu" userId="9a7e1853e1951ef5" providerId="LiveId" clId="{CF1FAA12-072C-4ED5-BA76-0FFFAEFDB88A}" dt="2025-10-01T01:13:49.558" v="124" actId="207"/>
        <pc:sldMkLst>
          <pc:docMk/>
          <pc:sldMk cId="3525808290" sldId="336"/>
        </pc:sldMkLst>
        <pc:spChg chg="mod">
          <ac:chgData name="Zonghua Gu" userId="9a7e1853e1951ef5" providerId="LiveId" clId="{CF1FAA12-072C-4ED5-BA76-0FFFAEFDB88A}" dt="2025-10-01T01:11:03.176" v="42" actId="20577"/>
          <ac:spMkLst>
            <pc:docMk/>
            <pc:sldMk cId="3525808290" sldId="336"/>
            <ac:spMk id="2" creationId="{00000000-0000-0000-0000-000000000000}"/>
          </ac:spMkLst>
        </pc:spChg>
        <pc:spChg chg="del">
          <ac:chgData name="Zonghua Gu" userId="9a7e1853e1951ef5" providerId="LiveId" clId="{CF1FAA12-072C-4ED5-BA76-0FFFAEFDB88A}" dt="2025-10-01T01:11:06.255" v="43" actId="478"/>
          <ac:spMkLst>
            <pc:docMk/>
            <pc:sldMk cId="3525808290" sldId="336"/>
            <ac:spMk id="6" creationId="{00000000-0000-0000-0000-000000000000}"/>
          </ac:spMkLst>
        </pc:spChg>
        <pc:spChg chg="del">
          <ac:chgData name="Zonghua Gu" userId="9a7e1853e1951ef5" providerId="LiveId" clId="{CF1FAA12-072C-4ED5-BA76-0FFFAEFDB88A}" dt="2025-10-01T01:11:08.700" v="44" actId="478"/>
          <ac:spMkLst>
            <pc:docMk/>
            <pc:sldMk cId="3525808290" sldId="336"/>
            <ac:spMk id="7" creationId="{00000000-0000-0000-0000-000000000000}"/>
          </ac:spMkLst>
        </pc:spChg>
        <pc:spChg chg="mod">
          <ac:chgData name="Zonghua Gu" userId="9a7e1853e1951ef5" providerId="LiveId" clId="{CF1FAA12-072C-4ED5-BA76-0FFFAEFDB88A}" dt="2025-10-01T01:13:09.632" v="106"/>
          <ac:spMkLst>
            <pc:docMk/>
            <pc:sldMk cId="3525808290" sldId="336"/>
            <ac:spMk id="9" creationId="{00000000-0000-0000-0000-000000000000}"/>
          </ac:spMkLst>
        </pc:spChg>
        <pc:spChg chg="mod">
          <ac:chgData name="Zonghua Gu" userId="9a7e1853e1951ef5" providerId="LiveId" clId="{CF1FAA12-072C-4ED5-BA76-0FFFAEFDB88A}" dt="2025-10-01T01:13:49.558" v="124" actId="207"/>
          <ac:spMkLst>
            <pc:docMk/>
            <pc:sldMk cId="3525808290" sldId="336"/>
            <ac:spMk id="11" creationId="{00000000-0000-0000-0000-000000000000}"/>
          </ac:spMkLst>
        </pc:spChg>
        <pc:spChg chg="add mod">
          <ac:chgData name="Zonghua Gu" userId="9a7e1853e1951ef5" providerId="LiveId" clId="{CF1FAA12-072C-4ED5-BA76-0FFFAEFDB88A}" dt="2025-10-01T01:11:35.508" v="51" actId="20577"/>
          <ac:spMkLst>
            <pc:docMk/>
            <pc:sldMk cId="3525808290" sldId="336"/>
            <ac:spMk id="12" creationId="{2B31AEA0-3A73-FCD5-EF10-BAE134D99964}"/>
          </ac:spMkLst>
        </pc:spChg>
        <pc:grpChg chg="mod">
          <ac:chgData name="Zonghua Gu" userId="9a7e1853e1951ef5" providerId="LiveId" clId="{CF1FAA12-072C-4ED5-BA76-0FFFAEFDB88A}" dt="2025-10-01T01:13:09.632" v="106"/>
          <ac:grpSpMkLst>
            <pc:docMk/>
            <pc:sldMk cId="3525808290" sldId="336"/>
            <ac:grpSpMk id="8" creationId="{00000000-0000-0000-0000-000000000000}"/>
          </ac:grpSpMkLst>
        </pc:grpChg>
        <pc:cxnChg chg="mod">
          <ac:chgData name="Zonghua Gu" userId="9a7e1853e1951ef5" providerId="LiveId" clId="{CF1FAA12-072C-4ED5-BA76-0FFFAEFDB88A}" dt="2025-10-01T01:13:09.632" v="106"/>
          <ac:cxnSpMkLst>
            <pc:docMk/>
            <pc:sldMk cId="3525808290" sldId="336"/>
            <ac:cxnSpMk id="10" creationId="{00000000-0000-0000-0000-000000000000}"/>
          </ac:cxnSpMkLst>
        </pc:cxnChg>
      </pc:sldChg>
      <pc:sldChg chg="addSp delSp modSp mod">
        <pc:chgData name="Zonghua Gu" userId="9a7e1853e1951ef5" providerId="LiveId" clId="{CF1FAA12-072C-4ED5-BA76-0FFFAEFDB88A}" dt="2025-10-01T01:50:54.006" v="424" actId="1076"/>
        <pc:sldMkLst>
          <pc:docMk/>
          <pc:sldMk cId="1861246248" sldId="337"/>
        </pc:sldMkLst>
        <pc:spChg chg="mod">
          <ac:chgData name="Zonghua Gu" userId="9a7e1853e1951ef5" providerId="LiveId" clId="{CF1FAA12-072C-4ED5-BA76-0FFFAEFDB88A}" dt="2025-10-01T01:48:57.579" v="410"/>
          <ac:spMkLst>
            <pc:docMk/>
            <pc:sldMk cId="1861246248" sldId="337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10-01T01:50:38.296" v="418" actId="20577"/>
          <ac:spMkLst>
            <pc:docMk/>
            <pc:sldMk cId="1861246248" sldId="337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0-01T01:50:49.158" v="423" actId="1076"/>
          <ac:spMkLst>
            <pc:docMk/>
            <pc:sldMk cId="1861246248" sldId="337"/>
            <ac:spMk id="5" creationId="{00000000-0000-0000-0000-000000000000}"/>
          </ac:spMkLst>
        </pc:spChg>
        <pc:spChg chg="del mod">
          <ac:chgData name="Zonghua Gu" userId="9a7e1853e1951ef5" providerId="LiveId" clId="{CF1FAA12-072C-4ED5-BA76-0FFFAEFDB88A}" dt="2025-10-01T01:50:46.161" v="422"/>
          <ac:spMkLst>
            <pc:docMk/>
            <pc:sldMk cId="1861246248" sldId="337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10-01T01:50:54.006" v="424" actId="1076"/>
          <ac:spMkLst>
            <pc:docMk/>
            <pc:sldMk cId="1861246248" sldId="337"/>
            <ac:spMk id="9" creationId="{0C368B6E-859A-A6F2-2671-57A134705926}"/>
          </ac:spMkLst>
        </pc:spChg>
        <pc:picChg chg="add del">
          <ac:chgData name="Zonghua Gu" userId="9a7e1853e1951ef5" providerId="LiveId" clId="{CF1FAA12-072C-4ED5-BA76-0FFFAEFDB88A}" dt="2025-10-01T01:36:38.517" v="227" actId="22"/>
          <ac:picMkLst>
            <pc:docMk/>
            <pc:sldMk cId="1861246248" sldId="337"/>
            <ac:picMk id="8" creationId="{E12B614C-C054-655F-750C-F0C67A32C556}"/>
          </ac:picMkLst>
        </pc:picChg>
      </pc:sldChg>
      <pc:sldChg chg="del">
        <pc:chgData name="Zonghua Gu" userId="9a7e1853e1951ef5" providerId="LiveId" clId="{CF1FAA12-072C-4ED5-BA76-0FFFAEFDB88A}" dt="2025-10-01T01:08:48.676" v="31" actId="47"/>
        <pc:sldMkLst>
          <pc:docMk/>
          <pc:sldMk cId="2476710942" sldId="338"/>
        </pc:sldMkLst>
      </pc:sldChg>
      <pc:sldChg chg="add">
        <pc:chgData name="Zonghua Gu" userId="9a7e1853e1951ef5" providerId="LiveId" clId="{CF1FAA12-072C-4ED5-BA76-0FFFAEFDB88A}" dt="2025-10-01T01:53:23.483" v="425"/>
        <pc:sldMkLst>
          <pc:docMk/>
          <pc:sldMk cId="692106391" sldId="347"/>
        </pc:sldMkLst>
      </pc:sldChg>
      <pc:sldChg chg="add">
        <pc:chgData name="Zonghua Gu" userId="9a7e1853e1951ef5" providerId="LiveId" clId="{CF1FAA12-072C-4ED5-BA76-0FFFAEFDB88A}" dt="2025-10-01T01:18:07.800" v="130"/>
        <pc:sldMkLst>
          <pc:docMk/>
          <pc:sldMk cId="979249148" sldId="348"/>
        </pc:sldMkLst>
      </pc:sldChg>
      <pc:sldChg chg="modSp add mod modNotesTx">
        <pc:chgData name="Zonghua Gu" userId="9a7e1853e1951ef5" providerId="LiveId" clId="{CF1FAA12-072C-4ED5-BA76-0FFFAEFDB88A}" dt="2025-10-01T01:47:42.063" v="406" actId="20577"/>
        <pc:sldMkLst>
          <pc:docMk/>
          <pc:sldMk cId="2996946337" sldId="351"/>
        </pc:sldMkLst>
        <pc:spChg chg="mod">
          <ac:chgData name="Zonghua Gu" userId="9a7e1853e1951ef5" providerId="LiveId" clId="{CF1FAA12-072C-4ED5-BA76-0FFFAEFDB88A}" dt="2025-10-01T01:47:42.063" v="406" actId="20577"/>
          <ac:spMkLst>
            <pc:docMk/>
            <pc:sldMk cId="2996946337" sldId="351"/>
            <ac:spMk id="4" creationId="{B7C9F849-B760-6B86-0795-1026F14FB21B}"/>
          </ac:spMkLst>
        </pc:spChg>
      </pc:sldChg>
      <pc:sldChg chg="modSp add mod">
        <pc:chgData name="Zonghua Gu" userId="9a7e1853e1951ef5" providerId="LiveId" clId="{CF1FAA12-072C-4ED5-BA76-0FFFAEFDB88A}" dt="2025-10-01T01:31:06.085" v="196" actId="20577"/>
        <pc:sldMkLst>
          <pc:docMk/>
          <pc:sldMk cId="4085096451" sldId="352"/>
        </pc:sldMkLst>
        <pc:spChg chg="mod">
          <ac:chgData name="Zonghua Gu" userId="9a7e1853e1951ef5" providerId="LiveId" clId="{CF1FAA12-072C-4ED5-BA76-0FFFAEFDB88A}" dt="2025-10-01T01:31:06.085" v="196" actId="20577"/>
          <ac:spMkLst>
            <pc:docMk/>
            <pc:sldMk cId="4085096451" sldId="352"/>
            <ac:spMk id="2" creationId="{5CDAC65A-5128-11A7-1E1C-6DEF22C7BE43}"/>
          </ac:spMkLst>
        </pc:spChg>
      </pc:sldChg>
      <pc:sldChg chg="modSp add mod modNotesTx">
        <pc:chgData name="Zonghua Gu" userId="9a7e1853e1951ef5" providerId="LiveId" clId="{CF1FAA12-072C-4ED5-BA76-0FFFAEFDB88A}" dt="2025-10-01T01:40:55.658" v="329" actId="20577"/>
        <pc:sldMkLst>
          <pc:docMk/>
          <pc:sldMk cId="2710425109" sldId="354"/>
        </pc:sldMkLst>
        <pc:spChg chg="mod">
          <ac:chgData name="Zonghua Gu" userId="9a7e1853e1951ef5" providerId="LiveId" clId="{CF1FAA12-072C-4ED5-BA76-0FFFAEFDB88A}" dt="2025-10-01T01:37:23.408" v="246" actId="5793"/>
          <ac:spMkLst>
            <pc:docMk/>
            <pc:sldMk cId="2710425109" sldId="354"/>
            <ac:spMk id="2" creationId="{9834D0B4-10B1-D74B-5633-2E39C35F0A25}"/>
          </ac:spMkLst>
        </pc:spChg>
        <pc:spChg chg="mod">
          <ac:chgData name="Zonghua Gu" userId="9a7e1853e1951ef5" providerId="LiveId" clId="{CF1FAA12-072C-4ED5-BA76-0FFFAEFDB88A}" dt="2025-10-01T01:40:55.658" v="329" actId="20577"/>
          <ac:spMkLst>
            <pc:docMk/>
            <pc:sldMk cId="2710425109" sldId="354"/>
            <ac:spMk id="4" creationId="{D4CEE39B-0057-75CA-3B6B-799AFFD5AA90}"/>
          </ac:spMkLst>
        </pc:spChg>
      </pc:sldChg>
      <pc:sldChg chg="modSp add mod ord">
        <pc:chgData name="Zonghua Gu" userId="9a7e1853e1951ef5" providerId="LiveId" clId="{CF1FAA12-072C-4ED5-BA76-0FFFAEFDB88A}" dt="2025-10-01T01:08:04.283" v="28" actId="1076"/>
        <pc:sldMkLst>
          <pc:docMk/>
          <pc:sldMk cId="3011235655" sldId="355"/>
        </pc:sldMkLst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5" creationId="{7A90BA5F-D460-866D-8A3B-E5AAF1209377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6" creationId="{199217F8-3B14-6660-C58D-886940206587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7" creationId="{16DC8768-E016-620D-DCB3-C48D5F75A29C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9" creationId="{5BA99A53-6B2E-FCFE-91C1-E5A027810349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10" creationId="{64E7D571-2AAA-1D14-2A9E-6F20478FA858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11" creationId="{875F27B4-F838-4CF4-2AAA-397A64FA6A55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12" creationId="{24FD1CBF-7F8E-7A40-0B2C-2D948AD6A7B4}"/>
          </ac:spMkLst>
        </pc:spChg>
        <pc:spChg chg="mod">
          <ac:chgData name="Zonghua Gu" userId="9a7e1853e1951ef5" providerId="LiveId" clId="{CF1FAA12-072C-4ED5-BA76-0FFFAEFDB88A}" dt="2025-10-01T01:08:04.283" v="28" actId="1076"/>
          <ac:spMkLst>
            <pc:docMk/>
            <pc:sldMk cId="3011235655" sldId="355"/>
            <ac:spMk id="13" creationId="{55E196E5-893D-8861-8E4F-58FE7803929A}"/>
          </ac:spMkLst>
        </pc:spChg>
        <pc:spChg chg="mod">
          <ac:chgData name="Zonghua Gu" userId="9a7e1853e1951ef5" providerId="LiveId" clId="{CF1FAA12-072C-4ED5-BA76-0FFFAEFDB88A}" dt="2025-10-01T01:07:50.299" v="24" actId="20577"/>
          <ac:spMkLst>
            <pc:docMk/>
            <pc:sldMk cId="3011235655" sldId="355"/>
            <ac:spMk id="14" creationId="{97F073F8-9841-45BA-7FCE-1360635833CF}"/>
          </ac:spMkLst>
        </pc:spChg>
      </pc:sldChg>
      <pc:sldChg chg="modSp add mod">
        <pc:chgData name="Zonghua Gu" userId="9a7e1853e1951ef5" providerId="LiveId" clId="{CF1FAA12-072C-4ED5-BA76-0FFFAEFDB88A}" dt="2025-10-01T01:42:59.040" v="367" actId="21"/>
        <pc:sldMkLst>
          <pc:docMk/>
          <pc:sldMk cId="759734560" sldId="358"/>
        </pc:sldMkLst>
        <pc:spChg chg="mod">
          <ac:chgData name="Zonghua Gu" userId="9a7e1853e1951ef5" providerId="LiveId" clId="{CF1FAA12-072C-4ED5-BA76-0FFFAEFDB88A}" dt="2025-10-01T01:42:59.040" v="367" actId="21"/>
          <ac:spMkLst>
            <pc:docMk/>
            <pc:sldMk cId="759734560" sldId="358"/>
            <ac:spMk id="4" creationId="{C22D6A4C-9A58-2739-559E-A48801D0DB3E}"/>
          </ac:spMkLst>
        </pc:spChg>
      </pc:sldChg>
      <pc:sldChg chg="modSp add mod">
        <pc:chgData name="Zonghua Gu" userId="9a7e1853e1951ef5" providerId="LiveId" clId="{CF1FAA12-072C-4ED5-BA76-0FFFAEFDB88A}" dt="2025-10-01T01:41:31.146" v="333" actId="14100"/>
        <pc:sldMkLst>
          <pc:docMk/>
          <pc:sldMk cId="1536122626" sldId="359"/>
        </pc:sldMkLst>
        <pc:spChg chg="mod">
          <ac:chgData name="Zonghua Gu" userId="9a7e1853e1951ef5" providerId="LiveId" clId="{CF1FAA12-072C-4ED5-BA76-0FFFAEFDB88A}" dt="2025-10-01T01:41:31.146" v="333" actId="14100"/>
          <ac:spMkLst>
            <pc:docMk/>
            <pc:sldMk cId="1536122626" sldId="359"/>
            <ac:spMk id="4" creationId="{AB7AB386-ABE0-69FA-5B1F-8605BE3FD0CE}"/>
          </ac:spMkLst>
        </pc:spChg>
      </pc:sldChg>
      <pc:sldChg chg="modSp add mod ord">
        <pc:chgData name="Zonghua Gu" userId="9a7e1853e1951ef5" providerId="LiveId" clId="{CF1FAA12-072C-4ED5-BA76-0FFFAEFDB88A}" dt="2025-10-01T01:15:12.306" v="127" actId="14100"/>
        <pc:sldMkLst>
          <pc:docMk/>
          <pc:sldMk cId="3245517365" sldId="360"/>
        </pc:sldMkLst>
        <pc:spChg chg="mod">
          <ac:chgData name="Zonghua Gu" userId="9a7e1853e1951ef5" providerId="LiveId" clId="{CF1FAA12-072C-4ED5-BA76-0FFFAEFDB88A}" dt="2025-10-01T01:15:12.306" v="127" actId="14100"/>
          <ac:spMkLst>
            <pc:docMk/>
            <pc:sldMk cId="3245517365" sldId="360"/>
            <ac:spMk id="11" creationId="{E9B5F5E2-5B86-CA26-8075-48823F6D6E30}"/>
          </ac:spMkLst>
        </pc:spChg>
      </pc:sldChg>
      <pc:sldChg chg="addSp delSp modSp mod delAnim modAnim">
        <pc:chgData name="Zonghua Gu" userId="9a7e1853e1951ef5" providerId="LiveId" clId="{CF1FAA12-072C-4ED5-BA76-0FFFAEFDB88A}" dt="2025-10-01T01:21:19.064" v="152" actId="478"/>
        <pc:sldMkLst>
          <pc:docMk/>
          <pc:sldMk cId="605818005" sldId="749"/>
        </pc:sldMkLst>
        <pc:spChg chg="add del mod">
          <ac:chgData name="Zonghua Gu" userId="9a7e1853e1951ef5" providerId="LiveId" clId="{CF1FAA12-072C-4ED5-BA76-0FFFAEFDB88A}" dt="2025-10-01T01:21:19.064" v="152" actId="478"/>
          <ac:spMkLst>
            <pc:docMk/>
            <pc:sldMk cId="605818005" sldId="749"/>
            <ac:spMk id="6" creationId="{02EEB15C-5359-A1BA-8D17-85BF925CD669}"/>
          </ac:spMkLst>
        </pc:spChg>
      </pc:sldChg>
      <pc:sldChg chg="add">
        <pc:chgData name="Zonghua Gu" userId="9a7e1853e1951ef5" providerId="LiveId" clId="{CF1FAA12-072C-4ED5-BA76-0FFFAEFDB88A}" dt="2025-10-01T01:08:17.480" v="29"/>
        <pc:sldMkLst>
          <pc:docMk/>
          <pc:sldMk cId="3985735849" sldId="756"/>
        </pc:sldMkLst>
      </pc:sldChg>
      <pc:sldChg chg="add">
        <pc:chgData name="Zonghua Gu" userId="9a7e1853e1951ef5" providerId="LiveId" clId="{CF1FAA12-072C-4ED5-BA76-0FFFAEFDB88A}" dt="2025-10-01T01:54:34.708" v="426" actId="2890"/>
        <pc:sldMkLst>
          <pc:docMk/>
          <pc:sldMk cId="4000238983" sldId="7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i’s value left two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9/30/2025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9/30/2025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9/30/2025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GJibM1D2_A&amp;list=PLRJhV4hUhIymmp5CCeIFPyxbknsdcXCc8&amp;index=26" TargetMode="External"/><Relationship Id="rId2" Type="http://schemas.openxmlformats.org/officeDocument/2006/relationships/hyperlink" Target="https://www.youtube.com/watch?v=H-vOP2yRUj4&amp;list=PLRJhV4hUhIymmp5CCeIFPyxbknsdcXCc8&amp;index=25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GJibM1D2_A&amp;list=PLRJhV4hUhIymmp5CCeIFPyxbknsdcXCc8&amp;index=26" TargetMode="External"/><Relationship Id="rId2" Type="http://schemas.openxmlformats.org/officeDocument/2006/relationships/hyperlink" Target="https://www.youtube.com/watch?v=H-vOP2yRUj4&amp;list=PLRJhV4hUhIymmp5CCeIFPyxbknsdcXCc8&amp;index=2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9175" y="1828801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by r2 bits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20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92964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20" y="1487517"/>
            <a:ext cx="87122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r0,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 – Carry)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91000" y="4999990"/>
            <a:ext cx="2514600" cy="1356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r1, r4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0x10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 but  “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0x10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</a:p>
          <a:p>
            <a:pPr lvl="1"/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“~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0xFFFFFFFE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,  but  “!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0x01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” =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0x00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−1 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𝑜𝑡h𝑒𝑟𝑤𝑖𝑠𝑒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r3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483" t="-2469" r="-966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0x1E6A2C48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505200" y="4420711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680916"/>
              </p:ext>
            </p:extLst>
          </p:nvPr>
        </p:nvGraphicFramePr>
        <p:xfrm>
          <a:off x="1981200" y="13716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400" y="5343457"/>
            <a:ext cx="339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can be replaced by a rotate right with a different rotate offset.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00" t="-1852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blipFill>
                <a:blip r:embed="rId4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259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48646" y="5590219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35294" y="4249912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 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83577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 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                 with LSR sign bit is lost !</a:t>
                </a:r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1117229"/>
              </a:xfrm>
              <a:prstGeom prst="rect">
                <a:avLst/>
              </a:prstGeom>
              <a:blipFill>
                <a:blip r:embed="rId5"/>
                <a:stretch>
                  <a:fillRect t="-333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 flipV="1">
            <a:off x="6973324" y="3347467"/>
            <a:ext cx="403172" cy="1289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22065" y="600143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 animBg="1"/>
      <p:bldP spid="6" grpId="0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38199" y="4209330"/>
            <a:ext cx="44000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181599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3144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−524288/2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303" t="-847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9335" y="6044762"/>
            <a:ext cx="539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       ASR is equivalent to signed integer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−4096/2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324600" y="5983070"/>
            <a:ext cx="586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9" y="4673330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65760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0x0000_000E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bits is equivalent to rotate right ROR by 32-m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58028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62199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799" y="5181600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4315" y="5569262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= 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799" y="5540514"/>
            <a:ext cx="5599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(unsigned).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(signed).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halves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LSR #5</a:t>
            </a:r>
          </a:p>
          <a:p>
            <a:pPr lvl="1"/>
            <a:r>
              <a:rPr lang="en-US" dirty="0"/>
              <a:t>r5 = r5 – (r5 / 32)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r>
              <a:rPr lang="en-US" dirty="0"/>
              <a:t>There are equivalent:</a:t>
            </a:r>
          </a:p>
          <a:p>
            <a:pPr lvl="1"/>
            <a:r>
              <a:rPr lang="pt-BR" dirty="0"/>
              <a:t>SUB 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ADD:</a:t>
            </a:r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pPr lvl="1"/>
            <a:r>
              <a:rPr lang="en-US" sz="1800" dirty="0"/>
              <a:t>LDR r6, [r5]   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r4 using the address in r5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6243953" cy="683213"/>
            <a:chOff x="2286000" y="2022826"/>
            <a:chExt cx="6243953" cy="683213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334835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Updates carry flag, </a:t>
              </a:r>
            </a:p>
            <a:p>
              <a:r>
                <a:rPr lang="en-US" dirty="0"/>
                <a:t>since ANDS does not update flags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23620" y="3200400"/>
            <a:ext cx="826318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is unaffected by ANDS. It was set be previous shift “r0, LSL #1” to be C=1 </a:t>
            </a:r>
          </a:p>
          <a:p>
            <a:r>
              <a:rPr lang="en-US" dirty="0"/>
              <a:t>V is unaffected by ANDS or shift (left unchanged from its prior value)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5847242" cy="683213"/>
            <a:chOff x="2286000" y="2022826"/>
            <a:chExt cx="5847242" cy="683213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29516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Does NOT update carry flag, </a:t>
              </a:r>
            </a:p>
            <a:p>
              <a:r>
                <a:rPr lang="en-US" dirty="0"/>
                <a:t>since ADDS updates flags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1" y="2959272"/>
            <a:ext cx="84582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648200" y="1331907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" y="2426235"/>
            <a:ext cx="56388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LSLS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6865" y="4464223"/>
            <a:ext cx="672693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814" y="35814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MVNS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9814" y="5141692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BICS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</a:t>
            </a:r>
            <a:r>
              <a:rPr lang="pt-BR" sz="20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not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1797784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MOVS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LSLS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MVNS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ANDS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MOVS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EORS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tasked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2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3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742A-ECF3-19BC-C769-39931E546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C8B6-155C-BD9D-A280-074A1FB2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575D83-D7FB-4043-7B1F-C59E69C9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FD15F-67FE-61B9-38D9-0C8BCA630B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2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3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389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3402</TotalTime>
  <Words>8911</Words>
  <Application>Microsoft Office PowerPoint</Application>
  <PresentationFormat>Widescreen</PresentationFormat>
  <Paragraphs>1274</Paragraphs>
  <Slides>72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9" baseType="lpstr">
      <vt:lpstr>Bookman Old Style (Headings)</vt:lpstr>
      <vt:lpstr>DejaVu Sans</vt:lpstr>
      <vt:lpstr>Gill Sans Light</vt:lpstr>
      <vt:lpstr>Arial</vt:lpstr>
      <vt:lpstr>Arial Narrow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</vt:lpstr>
      <vt:lpstr>Shift Operations</vt:lpstr>
      <vt:lpstr>Shift Operations</vt:lpstr>
      <vt:lpstr>Rotate Operations</vt:lpstr>
      <vt:lpstr>Rotate Operations</vt:lpstr>
      <vt:lpstr>Barrel Shifter More Examples</vt:lpstr>
      <vt:lpstr>SUB vs. RSB</vt:lpstr>
      <vt:lpstr>Integer Array Access with LSL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379</cp:revision>
  <dcterms:created xsi:type="dcterms:W3CDTF">2014-02-05T02:41:42Z</dcterms:created>
  <dcterms:modified xsi:type="dcterms:W3CDTF">2025-10-01T01:54:37Z</dcterms:modified>
</cp:coreProperties>
</file>