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10"/>
  </p:notesMasterIdLst>
  <p:handoutMasterIdLst>
    <p:handoutMasterId r:id="rId11"/>
  </p:handoutMasterIdLst>
  <p:sldIdLst>
    <p:sldId id="256" r:id="rId3"/>
    <p:sldId id="314" r:id="rId4"/>
    <p:sldId id="324" r:id="rId5"/>
    <p:sldId id="327" r:id="rId6"/>
    <p:sldId id="318" r:id="rId7"/>
    <p:sldId id="322" r:id="rId8"/>
    <p:sldId id="311" r:id="rId9"/>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2" autoAdjust="0"/>
    <p:restoredTop sz="86734" autoAdjust="0"/>
  </p:normalViewPr>
  <p:slideViewPr>
    <p:cSldViewPr>
      <p:cViewPr varScale="1">
        <p:scale>
          <a:sx n="82" d="100"/>
          <a:sy n="82" d="100"/>
        </p:scale>
        <p:origin x="1733" y="7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delSld modSld">
      <pc:chgData name="Zonghua Gu" userId="9a7e1853e1951ef5" providerId="LiveId" clId="{CF1FAA12-072C-4ED5-BA76-0FFFAEFDB88A}" dt="2025-10-06T00:45:41.865" v="6" actId="20577"/>
      <pc:docMkLst>
        <pc:docMk/>
      </pc:docMkLst>
      <pc:sldChg chg="modSp mod">
        <pc:chgData name="Zonghua Gu" userId="9a7e1853e1951ef5" providerId="LiveId" clId="{CF1FAA12-072C-4ED5-BA76-0FFFAEFDB88A}" dt="2025-10-06T00:45:41.865" v="6" actId="20577"/>
        <pc:sldMkLst>
          <pc:docMk/>
          <pc:sldMk cId="1227639730" sldId="256"/>
        </pc:sldMkLst>
        <pc:spChg chg="mod">
          <ac:chgData name="Zonghua Gu" userId="9a7e1853e1951ef5" providerId="LiveId" clId="{CF1FAA12-072C-4ED5-BA76-0FFFAEFDB88A}" dt="2025-10-06T00:45:41.865" v="6" actId="20577"/>
          <ac:spMkLst>
            <pc:docMk/>
            <pc:sldMk cId="1227639730" sldId="256"/>
            <ac:spMk id="5" creationId="{00000000-0000-0000-0000-000000000000}"/>
          </ac:spMkLst>
        </pc:spChg>
      </pc:sldChg>
      <pc:sldChg chg="del">
        <pc:chgData name="Zonghua Gu" userId="9a7e1853e1951ef5" providerId="LiveId" clId="{CF1FAA12-072C-4ED5-BA76-0FFFAEFDB88A}" dt="2025-09-28T19:34:43.736" v="4" actId="47"/>
        <pc:sldMkLst>
          <pc:docMk/>
          <pc:sldMk cId="2231599014" sldId="313"/>
        </pc:sldMkLst>
      </pc:sldChg>
      <pc:sldChg chg="del">
        <pc:chgData name="Zonghua Gu" userId="9a7e1853e1951ef5" providerId="LiveId" clId="{CF1FAA12-072C-4ED5-BA76-0FFFAEFDB88A}" dt="2025-09-28T19:34:42.159" v="2" actId="47"/>
        <pc:sldMkLst>
          <pc:docMk/>
          <pc:sldMk cId="2889144330" sldId="319"/>
        </pc:sldMkLst>
      </pc:sldChg>
      <pc:sldChg chg="del">
        <pc:chgData name="Zonghua Gu" userId="9a7e1853e1951ef5" providerId="LiveId" clId="{CF1FAA12-072C-4ED5-BA76-0FFFAEFDB88A}" dt="2025-09-28T19:34:42.934" v="3" actId="47"/>
        <pc:sldMkLst>
          <pc:docMk/>
          <pc:sldMk cId="4107115112" sldId="323"/>
        </pc:sldMkLst>
      </pc:sldChg>
      <pc:sldChg chg="del">
        <pc:chgData name="Zonghua Gu" userId="9a7e1853e1951ef5" providerId="LiveId" clId="{CF1FAA12-072C-4ED5-BA76-0FFFAEFDB88A}" dt="2025-09-28T19:34:39.923" v="0" actId="47"/>
        <pc:sldMkLst>
          <pc:docMk/>
          <pc:sldMk cId="1063495253" sldId="326"/>
        </pc:sldMkLst>
      </pc:sldChg>
      <pc:sldChg chg="del">
        <pc:chgData name="Zonghua Gu" userId="9a7e1853e1951ef5" providerId="LiveId" clId="{CF1FAA12-072C-4ED5-BA76-0FFFAEFDB88A}" dt="2025-09-28T19:34:40.849" v="1" actId="47"/>
        <pc:sldMkLst>
          <pc:docMk/>
          <pc:sldMk cId="1363681695" sldId="32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10/5/2025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10/5/2025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8229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769705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10/5/2025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10/5/2025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10/5/2025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10/5/2025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2026</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923330"/>
          </a:xfrm>
          <a:prstGeom prst="rect">
            <a:avLst/>
          </a:prstGeom>
          <a:noFill/>
        </p:spPr>
        <p:txBody>
          <a:bodyPr wrap="square" rtlCol="0">
            <a:spAutoFit/>
          </a:bodyPr>
          <a:lstStyle/>
          <a:p>
            <a:pPr algn="r" defTabSz="685800"/>
            <a:r>
              <a:rPr lang="en-US" b="1">
                <a:solidFill>
                  <a:srgbClr val="C00000"/>
                </a:solidFill>
                <a:latin typeface="Gill Sans MT"/>
              </a:rPr>
              <a:t>Chapter 16</a:t>
            </a:r>
            <a:endParaRPr lang="en-US" b="1" dirty="0">
              <a:solidFill>
                <a:srgbClr val="C00000"/>
              </a:solidFill>
              <a:latin typeface="Gill Sans MT"/>
            </a:endParaRPr>
          </a:p>
          <a:p>
            <a:pPr algn="r" defTabSz="685800"/>
            <a:r>
              <a:rPr lang="en-US" b="1" dirty="0">
                <a:solidFill>
                  <a:srgbClr val="C00000"/>
                </a:solidFill>
                <a:latin typeface="Gill Sans MT"/>
              </a:rPr>
              <a:t>Timer and PWM</a:t>
            </a:r>
          </a:p>
          <a:p>
            <a:pPr algn="r" defTabSz="685800"/>
            <a:r>
              <a:rPr lang="en-US" b="1" dirty="0">
                <a:solidFill>
                  <a:srgbClr val="C00000"/>
                </a:solidFill>
                <a:latin typeface="Gill Sans MT"/>
              </a:rPr>
              <a:t>Exercises</a:t>
            </a: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b="0" i="1" smtClean="0">
                            <a:solidFill>
                              <a:prstClr val="black"/>
                            </a:solidFill>
                            <a:latin typeface="Cambria Math" panose="02040503050406030204" pitchFamily="18" charset="0"/>
                          </a:rPr>
                          <m:t>𝑃𝑆𝐶</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23504"/>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286000"/>
          </a:xfrm>
        </p:spPr>
        <p:txBody>
          <a:bodyPr>
            <a:normAutofit/>
          </a:bodyPr>
          <a:lstStyle/>
          <a:p>
            <a:pPr lvl="0">
              <a:buClr>
                <a:srgbClr val="4F81BD"/>
              </a:buClr>
            </a:pPr>
            <a:r>
              <a:rPr lang="en-US" sz="2000" dirty="0">
                <a:solidFill>
                  <a:prstClr val="black"/>
                </a:solidFill>
              </a:rPr>
              <a:t>Suppose Timer Clock </a:t>
            </a:r>
            <a:r>
              <a:rPr lang="en-US" altLang="zh-CN" sz="2000" dirty="0">
                <a:solidFill>
                  <a:prstClr val="black"/>
                </a:solidFill>
              </a:rPr>
              <a:t>Frequency</a:t>
            </a:r>
            <a:r>
              <a:rPr lang="en-US" sz="2000" dirty="0">
                <a:solidFill>
                  <a:prstClr val="black"/>
                </a:solidFill>
              </a:rPr>
              <a:t> = </a:t>
            </a:r>
            <a:r>
              <a:rPr lang="en-US" sz="2000" dirty="0">
                <a:solidFill>
                  <a:prstClr val="black"/>
                </a:solidFill>
                <a:latin typeface="Consolas" panose="020B0609020204030204" pitchFamily="49" charset="0"/>
              </a:rPr>
              <a:t>80MHz</a:t>
            </a:r>
          </a:p>
          <a:p>
            <a:r>
              <a:rPr lang="en-US" sz="2000" dirty="0"/>
              <a:t>Goal: Timer Frequency = 100Hz</a:t>
            </a:r>
          </a:p>
          <a:p>
            <a:pPr lvl="0">
              <a:buClr>
                <a:srgbClr val="4F81BD"/>
              </a:buClr>
            </a:pPr>
            <a:r>
              <a:rPr lang="en-US" sz="2000" dirty="0">
                <a:solidFill>
                  <a:prstClr val="black"/>
                </a:solidFill>
              </a:rPr>
              <a:t>What should the ARR value be for 1. up-counting </a:t>
            </a:r>
            <a:r>
              <a:rPr lang="en-US" altLang="zh-CN" sz="2000" dirty="0">
                <a:solidFill>
                  <a:prstClr val="black"/>
                </a:solidFill>
              </a:rPr>
              <a:t>mode</a:t>
            </a:r>
            <a:r>
              <a:rPr lang="en-US" sz="2000" dirty="0">
                <a:solidFill>
                  <a:prstClr val="black"/>
                </a:solidFill>
              </a:rPr>
              <a:t>; 2. down-counting mode; 3. center-aligned counting mode?</a:t>
            </a:r>
          </a:p>
        </p:txBody>
      </p:sp>
    </p:spTree>
    <p:custDataLst>
      <p:tags r:id="rId1"/>
    </p:custDataLst>
    <p:extLst>
      <p:ext uri="{BB962C8B-B14F-4D97-AF65-F5344CB8AC3E}">
        <p14:creationId xmlns:p14="http://schemas.microsoft.com/office/powerpoint/2010/main" val="27199843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7747672" cy="1335540"/>
          </a:xfrm>
        </p:spPr>
        <p:txBody>
          <a:bodyPr>
            <a:noAutofit/>
          </a:bodyPr>
          <a:lstStyle/>
          <a:p>
            <a:r>
              <a:rPr lang="en-US" sz="2000" dirty="0"/>
              <a:t>Suppose CPU Clock </a:t>
            </a:r>
            <a:r>
              <a:rPr lang="en-US" altLang="zh-CN" sz="2000" dirty="0"/>
              <a:t>Frequency</a:t>
            </a:r>
            <a:r>
              <a:rPr lang="en-US" sz="2000" dirty="0"/>
              <a:t> = </a:t>
            </a:r>
            <a:r>
              <a:rPr lang="en-US" sz="2000" dirty="0">
                <a:latin typeface="Consolas" panose="020B0609020204030204" pitchFamily="49" charset="0"/>
              </a:rPr>
              <a:t>80MHz, PSC=79</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Tree>
    <p:custDataLst>
      <p:tags r:id="rId1"/>
    </p:custDataLst>
    <p:extLst>
      <p:ext uri="{BB962C8B-B14F-4D97-AF65-F5344CB8AC3E}">
        <p14:creationId xmlns:p14="http://schemas.microsoft.com/office/powerpoint/2010/main" val="134236884"/>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pPr marL="0" indent="0">
              <a:buNone/>
            </a:pPr>
            <a:endParaRPr lang="en-US" dirty="0"/>
          </a:p>
        </p:txBody>
      </p:sp>
    </p:spTree>
    <p:extLst>
      <p:ext uri="{BB962C8B-B14F-4D97-AF65-F5344CB8AC3E}">
        <p14:creationId xmlns:p14="http://schemas.microsoft.com/office/powerpoint/2010/main" val="118291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Frequency and Timer Frequency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p:txBody>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endParaRPr lang="en-US" dirty="0"/>
          </a:p>
        </p:txBody>
      </p:sp>
    </p:spTree>
    <p:extLst>
      <p:ext uri="{BB962C8B-B14F-4D97-AF65-F5344CB8AC3E}">
        <p14:creationId xmlns:p14="http://schemas.microsoft.com/office/powerpoint/2010/main" val="127195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Tree>
    <p:extLst>
      <p:ext uri="{BB962C8B-B14F-4D97-AF65-F5344CB8AC3E}">
        <p14:creationId xmlns:p14="http://schemas.microsoft.com/office/powerpoint/2010/main" val="25737253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8.9|6.9|6.4"/>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3263</TotalTime>
  <Words>718</Words>
  <Application>Microsoft Office PowerPoint</Application>
  <PresentationFormat>On-screen Show (4:3)</PresentationFormat>
  <Paragraphs>57</Paragraphs>
  <Slides>7</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vt:i4>
      </vt:variant>
    </vt:vector>
  </HeadingPairs>
  <TitlesOfParts>
    <vt:vector size="18" baseType="lpstr">
      <vt:lpstr>Bookman Old Style (Headings)</vt:lpstr>
      <vt:lpstr>Gill Sans Light</vt:lpstr>
      <vt:lpstr>Bookman Old Style</vt:lpstr>
      <vt:lpstr>Calibri</vt:lpstr>
      <vt:lpstr>Cambria Math</vt:lpstr>
      <vt:lpstr>Consolas</vt:lpstr>
      <vt:lpstr>Gill Sans MT</vt:lpstr>
      <vt:lpstr>Wingdings</vt:lpstr>
      <vt:lpstr>Wingdings 3</vt:lpstr>
      <vt:lpstr>Origin</vt:lpstr>
      <vt:lpstr>2_Origin</vt:lpstr>
      <vt:lpstr>PowerPoint Presentation</vt:lpstr>
      <vt:lpstr>Summary of Equations</vt:lpstr>
      <vt:lpstr>Calculating ARR</vt:lpstr>
      <vt:lpstr>Calculating ARR with prescaler</vt:lpstr>
      <vt:lpstr>Calculating the ARR</vt:lpstr>
      <vt:lpstr>Clock Frequency and Timer Frequency</vt:lpstr>
      <vt:lpstr>PWM duty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353</cp:revision>
  <cp:lastPrinted>2018-03-23T02:32:24Z</cp:lastPrinted>
  <dcterms:created xsi:type="dcterms:W3CDTF">2013-02-03T05:36:57Z</dcterms:created>
  <dcterms:modified xsi:type="dcterms:W3CDTF">2025-10-06T00:45:44Z</dcterms:modified>
</cp:coreProperties>
</file>