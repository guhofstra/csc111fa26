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3"/>
  </p:notesMasterIdLst>
  <p:sldIdLst>
    <p:sldId id="256" r:id="rId2"/>
    <p:sldId id="355" r:id="rId3"/>
    <p:sldId id="360" r:id="rId4"/>
    <p:sldId id="361" r:id="rId5"/>
    <p:sldId id="272" r:id="rId6"/>
    <p:sldId id="281" r:id="rId7"/>
    <p:sldId id="282" r:id="rId8"/>
    <p:sldId id="283" r:id="rId9"/>
    <p:sldId id="331" r:id="rId10"/>
    <p:sldId id="328" r:id="rId11"/>
    <p:sldId id="285" r:id="rId12"/>
    <p:sldId id="291" r:id="rId13"/>
    <p:sldId id="284" r:id="rId14"/>
    <p:sldId id="292" r:id="rId15"/>
    <p:sldId id="313" r:id="rId16"/>
    <p:sldId id="312" r:id="rId17"/>
    <p:sldId id="286" r:id="rId18"/>
    <p:sldId id="287" r:id="rId19"/>
    <p:sldId id="288" r:id="rId20"/>
    <p:sldId id="289" r:id="rId21"/>
    <p:sldId id="307" r:id="rId22"/>
    <p:sldId id="293" r:id="rId23"/>
    <p:sldId id="326" r:id="rId24"/>
    <p:sldId id="315" r:id="rId25"/>
    <p:sldId id="316" r:id="rId26"/>
    <p:sldId id="317" r:id="rId27"/>
    <p:sldId id="318" r:id="rId28"/>
    <p:sldId id="320" r:id="rId29"/>
    <p:sldId id="295" r:id="rId30"/>
    <p:sldId id="277" r:id="rId31"/>
    <p:sldId id="330" r:id="rId32"/>
    <p:sldId id="314" r:id="rId33"/>
    <p:sldId id="337" r:id="rId34"/>
    <p:sldId id="279" r:id="rId35"/>
    <p:sldId id="351" r:id="rId36"/>
    <p:sldId id="348" r:id="rId37"/>
    <p:sldId id="352" r:id="rId38"/>
    <p:sldId id="354" r:id="rId39"/>
    <p:sldId id="359" r:id="rId40"/>
    <p:sldId id="358" r:id="rId41"/>
    <p:sldId id="332" r:id="rId42"/>
    <p:sldId id="357" r:id="rId43"/>
    <p:sldId id="334" r:id="rId44"/>
    <p:sldId id="336" r:id="rId45"/>
    <p:sldId id="341" r:id="rId46"/>
    <p:sldId id="344" r:id="rId47"/>
    <p:sldId id="342" r:id="rId48"/>
    <p:sldId id="345" r:id="rId49"/>
    <p:sldId id="346" r:id="rId50"/>
    <p:sldId id="343" r:id="rId51"/>
    <p:sldId id="347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C8872D-F674-4633-AB91-33ABECCF3E64}" v="618" dt="2025-10-01T00:51:02.1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6" autoAdjust="0"/>
    <p:restoredTop sz="83399" autoAdjust="0"/>
  </p:normalViewPr>
  <p:slideViewPr>
    <p:cSldViewPr>
      <p:cViewPr varScale="1">
        <p:scale>
          <a:sx n="69" d="100"/>
          <a:sy n="69" d="100"/>
        </p:scale>
        <p:origin x="183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1306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 sldOrd">
      <pc:chgData name="Zonghua Gu" userId="9a7e1853e1951ef5" providerId="LiveId" clId="{CF1FAA12-072C-4ED5-BA76-0FFFAEFDB88A}" dt="2025-10-01T00:51:42.598" v="2887" actId="1076"/>
      <pc:docMkLst>
        <pc:docMk/>
      </pc:docMkLst>
      <pc:sldChg chg="addSp delSp modSp mod">
        <pc:chgData name="Zonghua Gu" userId="9a7e1853e1951ef5" providerId="LiveId" clId="{CF1FAA12-072C-4ED5-BA76-0FFFAEFDB88A}" dt="2025-09-17T23:44:57.855" v="1682" actId="20577"/>
        <pc:sldMkLst>
          <pc:docMk/>
          <pc:sldMk cId="1227639730" sldId="256"/>
        </pc:sldMkLst>
        <pc:spChg chg="add del mod">
          <ac:chgData name="Zonghua Gu" userId="9a7e1853e1951ef5" providerId="LiveId" clId="{CF1FAA12-072C-4ED5-BA76-0FFFAEFDB88A}" dt="2025-09-17T23:44:57.855" v="1682" actId="20577"/>
          <ac:spMkLst>
            <pc:docMk/>
            <pc:sldMk cId="1227639730" sldId="256"/>
            <ac:spMk id="2" creationId="{00000000-0000-0000-0000-000000000000}"/>
          </ac:spMkLst>
        </pc:spChg>
        <pc:spChg chg="add del mod">
          <ac:chgData name="Zonghua Gu" userId="9a7e1853e1951ef5" providerId="LiveId" clId="{CF1FAA12-072C-4ED5-BA76-0FFFAEFDB88A}" dt="2025-09-17T23:44:54.182" v="1680" actId="478"/>
          <ac:spMkLst>
            <pc:docMk/>
            <pc:sldMk cId="1227639730" sldId="256"/>
            <ac:spMk id="3" creationId="{00000000-0000-0000-0000-000000000000}"/>
          </ac:spMkLst>
        </pc:spChg>
        <pc:spChg chg="add mod">
          <ac:chgData name="Zonghua Gu" userId="9a7e1853e1951ef5" providerId="LiveId" clId="{CF1FAA12-072C-4ED5-BA76-0FFFAEFDB88A}" dt="2025-09-16T21:27:38.538" v="2" actId="1076"/>
          <ac:spMkLst>
            <pc:docMk/>
            <pc:sldMk cId="1227639730" sldId="256"/>
            <ac:spMk id="7" creationId="{04F69590-944C-2F0D-5FE5-A89C06E0D2BF}"/>
          </ac:spMkLst>
        </pc:spChg>
      </pc:sldChg>
      <pc:sldChg chg="modSp mod">
        <pc:chgData name="Zonghua Gu" userId="9a7e1853e1951ef5" providerId="LiveId" clId="{CF1FAA12-072C-4ED5-BA76-0FFFAEFDB88A}" dt="2025-09-17T22:52:53.165" v="1228" actId="1076"/>
        <pc:sldMkLst>
          <pc:docMk/>
          <pc:sldMk cId="2290796456" sldId="279"/>
        </pc:sldMkLst>
        <pc:spChg chg="mod">
          <ac:chgData name="Zonghua Gu" userId="9a7e1853e1951ef5" providerId="LiveId" clId="{CF1FAA12-072C-4ED5-BA76-0FFFAEFDB88A}" dt="2025-09-17T22:52:53.165" v="1228" actId="1076"/>
          <ac:spMkLst>
            <pc:docMk/>
            <pc:sldMk cId="2290796456" sldId="279"/>
            <ac:spMk id="49" creationId="{00000000-0000-0000-0000-000000000000}"/>
          </ac:spMkLst>
        </pc:spChg>
      </pc:sldChg>
      <pc:sldChg chg="addSp modSp mod">
        <pc:chgData name="Zonghua Gu" userId="9a7e1853e1951ef5" providerId="LiveId" clId="{CF1FAA12-072C-4ED5-BA76-0FFFAEFDB88A}" dt="2025-09-25T23:47:25.275" v="2463" actId="1035"/>
        <pc:sldMkLst>
          <pc:docMk/>
          <pc:sldMk cId="2511335096" sldId="282"/>
        </pc:sldMkLst>
        <pc:spChg chg="add mod">
          <ac:chgData name="Zonghua Gu" userId="9a7e1853e1951ef5" providerId="LiveId" clId="{CF1FAA12-072C-4ED5-BA76-0FFFAEFDB88A}" dt="2025-09-25T23:47:25.275" v="2463" actId="1035"/>
          <ac:spMkLst>
            <pc:docMk/>
            <pc:sldMk cId="2511335096" sldId="282"/>
            <ac:spMk id="3" creationId="{30F86E14-5A1A-7C09-D25A-8D890162009F}"/>
          </ac:spMkLst>
        </pc:spChg>
      </pc:sldChg>
      <pc:sldChg chg="addSp modSp">
        <pc:chgData name="Zonghua Gu" userId="9a7e1853e1951ef5" providerId="LiveId" clId="{CF1FAA12-072C-4ED5-BA76-0FFFAEFDB88A}" dt="2025-09-23T02:43:17.212" v="1966" actId="14100"/>
        <pc:sldMkLst>
          <pc:docMk/>
          <pc:sldMk cId="3668909280" sldId="283"/>
        </pc:sldMkLst>
        <pc:picChg chg="add mod">
          <ac:chgData name="Zonghua Gu" userId="9a7e1853e1951ef5" providerId="LiveId" clId="{CF1FAA12-072C-4ED5-BA76-0FFFAEFDB88A}" dt="2025-09-23T02:43:17.212" v="1966" actId="14100"/>
          <ac:picMkLst>
            <pc:docMk/>
            <pc:sldMk cId="3668909280" sldId="283"/>
            <ac:picMk id="1026" creationId="{2DECE8B2-6865-CA36-DB38-841DC09A3241}"/>
          </ac:picMkLst>
        </pc:picChg>
      </pc:sldChg>
      <pc:sldChg chg="modSp del mod">
        <pc:chgData name="Zonghua Gu" userId="9a7e1853e1951ef5" providerId="LiveId" clId="{CF1FAA12-072C-4ED5-BA76-0FFFAEFDB88A}" dt="2025-09-17T21:43:19.393" v="427" actId="2696"/>
        <pc:sldMkLst>
          <pc:docMk/>
          <pc:sldMk cId="271435320" sldId="284"/>
        </pc:sldMkLst>
      </pc:sldChg>
      <pc:sldChg chg="addSp delSp modSp add mod">
        <pc:chgData name="Zonghua Gu" userId="9a7e1853e1951ef5" providerId="LiveId" clId="{CF1FAA12-072C-4ED5-BA76-0FFFAEFDB88A}" dt="2025-09-24T00:11:05.412" v="2279" actId="14100"/>
        <pc:sldMkLst>
          <pc:docMk/>
          <pc:sldMk cId="3293733093" sldId="284"/>
        </pc:sldMkLst>
        <pc:spChg chg="add mod">
          <ac:chgData name="Zonghua Gu" userId="9a7e1853e1951ef5" providerId="LiveId" clId="{CF1FAA12-072C-4ED5-BA76-0FFFAEFDB88A}" dt="2025-09-17T21:45:54.658" v="482" actId="1076"/>
          <ac:spMkLst>
            <pc:docMk/>
            <pc:sldMk cId="3293733093" sldId="284"/>
            <ac:spMk id="29" creationId="{30549EEB-BD74-9F9A-452C-00A8D21A8D46}"/>
          </ac:spMkLst>
        </pc:spChg>
        <pc:spChg chg="add mod">
          <ac:chgData name="Zonghua Gu" userId="9a7e1853e1951ef5" providerId="LiveId" clId="{CF1FAA12-072C-4ED5-BA76-0FFFAEFDB88A}" dt="2025-09-17T21:45:54.658" v="482" actId="1076"/>
          <ac:spMkLst>
            <pc:docMk/>
            <pc:sldMk cId="3293733093" sldId="284"/>
            <ac:spMk id="32" creationId="{83AABFDC-BD01-7FD8-FB93-9605D88BEA90}"/>
          </ac:spMkLst>
        </pc:spChg>
        <pc:spChg chg="add mod">
          <ac:chgData name="Zonghua Gu" userId="9a7e1853e1951ef5" providerId="LiveId" clId="{CF1FAA12-072C-4ED5-BA76-0FFFAEFDB88A}" dt="2025-09-17T21:45:54.658" v="482" actId="1076"/>
          <ac:spMkLst>
            <pc:docMk/>
            <pc:sldMk cId="3293733093" sldId="284"/>
            <ac:spMk id="33" creationId="{6E56FBD2-A079-1414-EFE7-89BD3448BA5F}"/>
          </ac:spMkLst>
        </pc:spChg>
        <pc:spChg chg="add mod">
          <ac:chgData name="Zonghua Gu" userId="9a7e1853e1951ef5" providerId="LiveId" clId="{CF1FAA12-072C-4ED5-BA76-0FFFAEFDB88A}" dt="2025-09-17T21:45:54.658" v="482" actId="1076"/>
          <ac:spMkLst>
            <pc:docMk/>
            <pc:sldMk cId="3293733093" sldId="284"/>
            <ac:spMk id="34" creationId="{8A63F519-4DB0-6681-15C7-A3D4130FA0C4}"/>
          </ac:spMkLst>
        </pc:spChg>
        <pc:spChg chg="add mod">
          <ac:chgData name="Zonghua Gu" userId="9a7e1853e1951ef5" providerId="LiveId" clId="{CF1FAA12-072C-4ED5-BA76-0FFFAEFDB88A}" dt="2025-09-24T00:11:05.412" v="2279" actId="14100"/>
          <ac:spMkLst>
            <pc:docMk/>
            <pc:sldMk cId="3293733093" sldId="284"/>
            <ac:spMk id="35" creationId="{F212FE60-52CF-6127-13A2-6DF3AFB1BE5D}"/>
          </ac:spMkLst>
        </pc:spChg>
        <pc:spChg chg="mod">
          <ac:chgData name="Zonghua Gu" userId="9a7e1853e1951ef5" providerId="LiveId" clId="{CF1FAA12-072C-4ED5-BA76-0FFFAEFDB88A}" dt="2025-09-17T21:43:41.265" v="431" actId="1076"/>
          <ac:spMkLst>
            <pc:docMk/>
            <pc:sldMk cId="3293733093" sldId="284"/>
            <ac:spMk id="95" creationId="{00000000-0000-0000-0000-000000000000}"/>
          </ac:spMkLst>
        </pc:spChg>
        <pc:spChg chg="mod">
          <ac:chgData name="Zonghua Gu" userId="9a7e1853e1951ef5" providerId="LiveId" clId="{CF1FAA12-072C-4ED5-BA76-0FFFAEFDB88A}" dt="2025-09-17T21:43:41.265" v="431" actId="1076"/>
          <ac:spMkLst>
            <pc:docMk/>
            <pc:sldMk cId="3293733093" sldId="284"/>
            <ac:spMk id="3140" creationId="{00000000-0000-0000-0000-000000000000}"/>
          </ac:spMkLst>
        </pc:spChg>
        <pc:spChg chg="mod">
          <ac:chgData name="Zonghua Gu" userId="9a7e1853e1951ef5" providerId="LiveId" clId="{CF1FAA12-072C-4ED5-BA76-0FFFAEFDB88A}" dt="2025-09-17T21:43:41.265" v="431" actId="1076"/>
          <ac:spMkLst>
            <pc:docMk/>
            <pc:sldMk cId="3293733093" sldId="284"/>
            <ac:spMk id="3148" creationId="{00000000-0000-0000-0000-000000000000}"/>
          </ac:spMkLst>
        </pc:spChg>
        <pc:spChg chg="mod">
          <ac:chgData name="Zonghua Gu" userId="9a7e1853e1951ef5" providerId="LiveId" clId="{CF1FAA12-072C-4ED5-BA76-0FFFAEFDB88A}" dt="2025-09-17T21:43:41.265" v="431" actId="1076"/>
          <ac:spMkLst>
            <pc:docMk/>
            <pc:sldMk cId="3293733093" sldId="284"/>
            <ac:spMk id="3149" creationId="{00000000-0000-0000-0000-000000000000}"/>
          </ac:spMkLst>
        </pc:spChg>
        <pc:spChg chg="mod">
          <ac:chgData name="Zonghua Gu" userId="9a7e1853e1951ef5" providerId="LiveId" clId="{CF1FAA12-072C-4ED5-BA76-0FFFAEFDB88A}" dt="2025-09-24T00:08:15.273" v="2235" actId="1076"/>
          <ac:spMkLst>
            <pc:docMk/>
            <pc:sldMk cId="3293733093" sldId="284"/>
            <ac:spMk id="3163" creationId="{00000000-0000-0000-0000-000000000000}"/>
          </ac:spMkLst>
        </pc:spChg>
        <pc:spChg chg="mod">
          <ac:chgData name="Zonghua Gu" userId="9a7e1853e1951ef5" providerId="LiveId" clId="{CF1FAA12-072C-4ED5-BA76-0FFFAEFDB88A}" dt="2025-09-17T21:46:57.381" v="519" actId="27636"/>
          <ac:spMkLst>
            <pc:docMk/>
            <pc:sldMk cId="3293733093" sldId="284"/>
            <ac:spMk id="788482" creationId="{00000000-0000-0000-0000-000000000000}"/>
          </ac:spMkLst>
        </pc:spChg>
        <pc:cxnChg chg="add mod">
          <ac:chgData name="Zonghua Gu" userId="9a7e1853e1951ef5" providerId="LiveId" clId="{CF1FAA12-072C-4ED5-BA76-0FFFAEFDB88A}" dt="2025-09-17T21:45:54.658" v="482" actId="1076"/>
          <ac:cxnSpMkLst>
            <pc:docMk/>
            <pc:sldMk cId="3293733093" sldId="284"/>
            <ac:cxnSpMk id="25" creationId="{42D158EA-C5B8-D27F-607A-3698C5C519B8}"/>
          </ac:cxnSpMkLst>
        </pc:cxnChg>
        <pc:cxnChg chg="add mod">
          <ac:chgData name="Zonghua Gu" userId="9a7e1853e1951ef5" providerId="LiveId" clId="{CF1FAA12-072C-4ED5-BA76-0FFFAEFDB88A}" dt="2025-09-17T21:45:54.658" v="482" actId="1076"/>
          <ac:cxnSpMkLst>
            <pc:docMk/>
            <pc:sldMk cId="3293733093" sldId="284"/>
            <ac:cxnSpMk id="27" creationId="{7FDD551F-8129-0EEF-9F8E-48B35761A433}"/>
          </ac:cxnSpMkLst>
        </pc:cxnChg>
        <pc:cxnChg chg="add mod">
          <ac:chgData name="Zonghua Gu" userId="9a7e1853e1951ef5" providerId="LiveId" clId="{CF1FAA12-072C-4ED5-BA76-0FFFAEFDB88A}" dt="2025-09-17T21:45:54.658" v="482" actId="1076"/>
          <ac:cxnSpMkLst>
            <pc:docMk/>
            <pc:sldMk cId="3293733093" sldId="284"/>
            <ac:cxnSpMk id="28" creationId="{5B4CDD9C-02DB-4025-1CEF-F133BBFD8CB1}"/>
          </ac:cxnSpMkLst>
        </pc:cxnChg>
        <pc:cxnChg chg="add mod">
          <ac:chgData name="Zonghua Gu" userId="9a7e1853e1951ef5" providerId="LiveId" clId="{CF1FAA12-072C-4ED5-BA76-0FFFAEFDB88A}" dt="2025-09-17T21:45:54.658" v="482" actId="1076"/>
          <ac:cxnSpMkLst>
            <pc:docMk/>
            <pc:sldMk cId="3293733093" sldId="284"/>
            <ac:cxnSpMk id="30" creationId="{78B3DD33-DB44-F59A-5CAD-929544DE94D3}"/>
          </ac:cxnSpMkLst>
        </pc:cxnChg>
        <pc:cxnChg chg="add mod">
          <ac:chgData name="Zonghua Gu" userId="9a7e1853e1951ef5" providerId="LiveId" clId="{CF1FAA12-072C-4ED5-BA76-0FFFAEFDB88A}" dt="2025-09-17T21:45:54.658" v="482" actId="1076"/>
          <ac:cxnSpMkLst>
            <pc:docMk/>
            <pc:sldMk cId="3293733093" sldId="284"/>
            <ac:cxnSpMk id="31" creationId="{65C0BFA2-0465-67C0-D15E-8DDD72BBC2F5}"/>
          </ac:cxnSpMkLst>
        </pc:cxnChg>
        <pc:cxnChg chg="mod">
          <ac:chgData name="Zonghua Gu" userId="9a7e1853e1951ef5" providerId="LiveId" clId="{CF1FAA12-072C-4ED5-BA76-0FFFAEFDB88A}" dt="2025-09-17T21:43:41.265" v="431" actId="1076"/>
          <ac:cxnSpMkLst>
            <pc:docMk/>
            <pc:sldMk cId="3293733093" sldId="284"/>
            <ac:cxnSpMk id="60" creationId="{00000000-0000-0000-0000-000000000000}"/>
          </ac:cxnSpMkLst>
        </pc:cxnChg>
        <pc:cxnChg chg="mod">
          <ac:chgData name="Zonghua Gu" userId="9a7e1853e1951ef5" providerId="LiveId" clId="{CF1FAA12-072C-4ED5-BA76-0FFFAEFDB88A}" dt="2025-09-17T21:43:49.481" v="437" actId="1076"/>
          <ac:cxnSpMkLst>
            <pc:docMk/>
            <pc:sldMk cId="3293733093" sldId="284"/>
            <ac:cxnSpMk id="90" creationId="{00000000-0000-0000-0000-000000000000}"/>
          </ac:cxnSpMkLst>
        </pc:cxnChg>
        <pc:cxnChg chg="mod">
          <ac:chgData name="Zonghua Gu" userId="9a7e1853e1951ef5" providerId="LiveId" clId="{CF1FAA12-072C-4ED5-BA76-0FFFAEFDB88A}" dt="2025-09-17T21:43:41.265" v="431" actId="1076"/>
          <ac:cxnSpMkLst>
            <pc:docMk/>
            <pc:sldMk cId="3293733093" sldId="284"/>
            <ac:cxnSpMk id="3138" creationId="{00000000-0000-0000-0000-000000000000}"/>
          </ac:cxnSpMkLst>
        </pc:cxnChg>
        <pc:cxnChg chg="mod">
          <ac:chgData name="Zonghua Gu" userId="9a7e1853e1951ef5" providerId="LiveId" clId="{CF1FAA12-072C-4ED5-BA76-0FFFAEFDB88A}" dt="2025-09-17T21:43:41.265" v="431" actId="1076"/>
          <ac:cxnSpMkLst>
            <pc:docMk/>
            <pc:sldMk cId="3293733093" sldId="284"/>
            <ac:cxnSpMk id="3144" creationId="{00000000-0000-0000-0000-000000000000}"/>
          </ac:cxnSpMkLst>
        </pc:cxnChg>
        <pc:cxnChg chg="mod">
          <ac:chgData name="Zonghua Gu" userId="9a7e1853e1951ef5" providerId="LiveId" clId="{CF1FAA12-072C-4ED5-BA76-0FFFAEFDB88A}" dt="2025-09-17T21:43:41.265" v="431" actId="1076"/>
          <ac:cxnSpMkLst>
            <pc:docMk/>
            <pc:sldMk cId="3293733093" sldId="284"/>
            <ac:cxnSpMk id="3157" creationId="{00000000-0000-0000-0000-000000000000}"/>
          </ac:cxnSpMkLst>
        </pc:cxnChg>
      </pc:sldChg>
      <pc:sldChg chg="addSp delSp modSp mod">
        <pc:chgData name="Zonghua Gu" userId="9a7e1853e1951ef5" providerId="LiveId" clId="{CF1FAA12-072C-4ED5-BA76-0FFFAEFDB88A}" dt="2025-09-17T21:45:22.704" v="465"/>
        <pc:sldMkLst>
          <pc:docMk/>
          <pc:sldMk cId="3704552365" sldId="285"/>
        </pc:sldMkLst>
        <pc:spChg chg="add mod">
          <ac:chgData name="Zonghua Gu" userId="9a7e1853e1951ef5" providerId="LiveId" clId="{CF1FAA12-072C-4ED5-BA76-0FFFAEFDB88A}" dt="2025-09-17T21:34:43.185" v="305" actId="1076"/>
          <ac:spMkLst>
            <pc:docMk/>
            <pc:sldMk cId="3704552365" sldId="285"/>
            <ac:spMk id="4" creationId="{9116A89E-6FE6-CAB0-42A9-ECB4D2DF7A96}"/>
          </ac:spMkLst>
        </pc:spChg>
        <pc:spChg chg="add mod">
          <ac:chgData name="Zonghua Gu" userId="9a7e1853e1951ef5" providerId="LiveId" clId="{CF1FAA12-072C-4ED5-BA76-0FFFAEFDB88A}" dt="2025-09-17T21:45:20.825" v="463" actId="1076"/>
          <ac:spMkLst>
            <pc:docMk/>
            <pc:sldMk cId="3704552365" sldId="285"/>
            <ac:spMk id="16" creationId="{A6287D91-1899-EFDA-ECDB-98FBFA873E8B}"/>
          </ac:spMkLst>
        </pc:spChg>
        <pc:spChg chg="mod">
          <ac:chgData name="Zonghua Gu" userId="9a7e1853e1951ef5" providerId="LiveId" clId="{CF1FAA12-072C-4ED5-BA76-0FFFAEFDB88A}" dt="2025-09-17T21:44:51.475" v="450" actId="20577"/>
          <ac:spMkLst>
            <pc:docMk/>
            <pc:sldMk cId="3704552365" sldId="285"/>
            <ac:spMk id="788482" creationId="{00000000-0000-0000-0000-000000000000}"/>
          </ac:spMkLst>
        </pc:spChg>
      </pc:sldChg>
      <pc:sldChg chg="addSp modSp mod">
        <pc:chgData name="Zonghua Gu" userId="9a7e1853e1951ef5" providerId="LiveId" clId="{CF1FAA12-072C-4ED5-BA76-0FFFAEFDB88A}" dt="2025-09-17T21:48:48.369" v="521" actId="1076"/>
        <pc:sldMkLst>
          <pc:docMk/>
          <pc:sldMk cId="3106604463" sldId="286"/>
        </pc:sldMkLst>
        <pc:graphicFrameChg chg="add mod">
          <ac:chgData name="Zonghua Gu" userId="9a7e1853e1951ef5" providerId="LiveId" clId="{CF1FAA12-072C-4ED5-BA76-0FFFAEFDB88A}" dt="2025-09-17T21:48:48.369" v="521" actId="1076"/>
          <ac:graphicFrameMkLst>
            <pc:docMk/>
            <pc:sldMk cId="3106604463" sldId="286"/>
            <ac:graphicFrameMk id="2" creationId="{21A837A7-1586-AFA4-73F9-77E876DE105A}"/>
          </ac:graphicFrameMkLst>
        </pc:graphicFrameChg>
      </pc:sldChg>
      <pc:sldChg chg="addSp modSp mod">
        <pc:chgData name="Zonghua Gu" userId="9a7e1853e1951ef5" providerId="LiveId" clId="{CF1FAA12-072C-4ED5-BA76-0FFFAEFDB88A}" dt="2025-09-17T21:48:57.207" v="526" actId="20577"/>
        <pc:sldMkLst>
          <pc:docMk/>
          <pc:sldMk cId="3646693943" sldId="287"/>
        </pc:sldMkLst>
        <pc:graphicFrameChg chg="add mod modGraphic">
          <ac:chgData name="Zonghua Gu" userId="9a7e1853e1951ef5" providerId="LiveId" clId="{CF1FAA12-072C-4ED5-BA76-0FFFAEFDB88A}" dt="2025-09-17T21:48:57.207" v="526" actId="20577"/>
          <ac:graphicFrameMkLst>
            <pc:docMk/>
            <pc:sldMk cId="3646693943" sldId="287"/>
            <ac:graphicFrameMk id="2" creationId="{A4061C46-E526-5F3C-391C-47736CD3B803}"/>
          </ac:graphicFrameMkLst>
        </pc:graphicFrameChg>
      </pc:sldChg>
      <pc:sldChg chg="modSp mod">
        <pc:chgData name="Zonghua Gu" userId="9a7e1853e1951ef5" providerId="LiveId" clId="{CF1FAA12-072C-4ED5-BA76-0FFFAEFDB88A}" dt="2025-09-24T00:13:10.330" v="2355" actId="1076"/>
        <pc:sldMkLst>
          <pc:docMk/>
          <pc:sldMk cId="2844324683" sldId="288"/>
        </pc:sldMkLst>
        <pc:spChg chg="mod">
          <ac:chgData name="Zonghua Gu" userId="9a7e1853e1951ef5" providerId="LiveId" clId="{CF1FAA12-072C-4ED5-BA76-0FFFAEFDB88A}" dt="2025-09-24T00:13:10.330" v="2355" actId="1076"/>
          <ac:spMkLst>
            <pc:docMk/>
            <pc:sldMk cId="2844324683" sldId="288"/>
            <ac:spMk id="14" creationId="{00000000-0000-0000-0000-000000000000}"/>
          </ac:spMkLst>
        </pc:spChg>
      </pc:sldChg>
      <pc:sldChg chg="modSp">
        <pc:chgData name="Zonghua Gu" userId="9a7e1853e1951ef5" providerId="LiveId" clId="{CF1FAA12-072C-4ED5-BA76-0FFFAEFDB88A}" dt="2025-09-17T21:49:58.840" v="527"/>
        <pc:sldMkLst>
          <pc:docMk/>
          <pc:sldMk cId="1884958220" sldId="289"/>
        </pc:sldMkLst>
        <pc:spChg chg="mod">
          <ac:chgData name="Zonghua Gu" userId="9a7e1853e1951ef5" providerId="LiveId" clId="{CF1FAA12-072C-4ED5-BA76-0FFFAEFDB88A}" dt="2025-09-17T21:49:58.840" v="527"/>
          <ac:spMkLst>
            <pc:docMk/>
            <pc:sldMk cId="1884958220" sldId="289"/>
            <ac:spMk id="789507" creationId="{00000000-0000-0000-0000-000000000000}"/>
          </ac:spMkLst>
        </pc:spChg>
      </pc:sldChg>
      <pc:sldChg chg="addSp modSp mod">
        <pc:chgData name="Zonghua Gu" userId="9a7e1853e1951ef5" providerId="LiveId" clId="{CF1FAA12-072C-4ED5-BA76-0FFFAEFDB88A}" dt="2025-09-24T00:05:21.112" v="2193" actId="20577"/>
        <pc:sldMkLst>
          <pc:docMk/>
          <pc:sldMk cId="29255324" sldId="291"/>
        </pc:sldMkLst>
        <pc:spChg chg="add mod">
          <ac:chgData name="Zonghua Gu" userId="9a7e1853e1951ef5" providerId="LiveId" clId="{CF1FAA12-072C-4ED5-BA76-0FFFAEFDB88A}" dt="2025-09-17T21:36:50.173" v="350" actId="20577"/>
          <ac:spMkLst>
            <pc:docMk/>
            <pc:sldMk cId="29255324" sldId="291"/>
            <ac:spMk id="2" creationId="{D368EE5B-76EE-24A8-1922-9D533CDC3CE8}"/>
          </ac:spMkLst>
        </pc:spChg>
        <pc:spChg chg="mod">
          <ac:chgData name="Zonghua Gu" userId="9a7e1853e1951ef5" providerId="LiveId" clId="{CF1FAA12-072C-4ED5-BA76-0FFFAEFDB88A}" dt="2025-09-24T00:05:21.112" v="2193" actId="20577"/>
          <ac:spMkLst>
            <pc:docMk/>
            <pc:sldMk cId="29255324" sldId="291"/>
            <ac:spMk id="3" creationId="{00000000-0000-0000-0000-000000000000}"/>
          </ac:spMkLst>
        </pc:spChg>
        <pc:spChg chg="add mod">
          <ac:chgData name="Zonghua Gu" userId="9a7e1853e1951ef5" providerId="LiveId" clId="{CF1FAA12-072C-4ED5-BA76-0FFFAEFDB88A}" dt="2025-09-17T21:45:34.411" v="480" actId="20577"/>
          <ac:spMkLst>
            <pc:docMk/>
            <pc:sldMk cId="29255324" sldId="291"/>
            <ac:spMk id="4" creationId="{F7B52980-3C30-0237-41E2-851807DE3E27}"/>
          </ac:spMkLst>
        </pc:spChg>
        <pc:spChg chg="mod">
          <ac:chgData name="Zonghua Gu" userId="9a7e1853e1951ef5" providerId="LiveId" clId="{CF1FAA12-072C-4ED5-BA76-0FFFAEFDB88A}" dt="2025-09-17T21:45:25.171" v="466" actId="20577"/>
          <ac:spMkLst>
            <pc:docMk/>
            <pc:sldMk cId="29255324" sldId="291"/>
            <ac:spMk id="788482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5-09-23T23:38:12.031" v="2188"/>
        <pc:sldMkLst>
          <pc:docMk/>
          <pc:sldMk cId="1337576135" sldId="293"/>
        </pc:sldMkLst>
        <pc:spChg chg="mod">
          <ac:chgData name="Zonghua Gu" userId="9a7e1853e1951ef5" providerId="LiveId" clId="{CF1FAA12-072C-4ED5-BA76-0FFFAEFDB88A}" dt="2025-09-23T23:38:12.031" v="2188"/>
          <ac:spMkLst>
            <pc:docMk/>
            <pc:sldMk cId="1337576135" sldId="293"/>
            <ac:spMk id="3" creationId="{00000000-0000-0000-0000-000000000000}"/>
          </ac:spMkLst>
        </pc:spChg>
      </pc:sldChg>
      <pc:sldChg chg="addSp modSp mod">
        <pc:chgData name="Zonghua Gu" userId="9a7e1853e1951ef5" providerId="LiveId" clId="{CF1FAA12-072C-4ED5-BA76-0FFFAEFDB88A}" dt="2025-09-17T22:14:23.311" v="899" actId="1076"/>
        <pc:sldMkLst>
          <pc:docMk/>
          <pc:sldMk cId="1459654649" sldId="295"/>
        </pc:sldMkLst>
        <pc:spChg chg="add mod">
          <ac:chgData name="Zonghua Gu" userId="9a7e1853e1951ef5" providerId="LiveId" clId="{CF1FAA12-072C-4ED5-BA76-0FFFAEFDB88A}" dt="2025-09-17T22:14:23.311" v="899" actId="1076"/>
          <ac:spMkLst>
            <pc:docMk/>
            <pc:sldMk cId="1459654649" sldId="295"/>
            <ac:spMk id="5" creationId="{D9E121D7-5627-E183-E2D7-1B1D2968D92B}"/>
          </ac:spMkLst>
        </pc:spChg>
        <pc:spChg chg="mod">
          <ac:chgData name="Zonghua Gu" userId="9a7e1853e1951ef5" providerId="LiveId" clId="{CF1FAA12-072C-4ED5-BA76-0FFFAEFDB88A}" dt="2025-09-17T22:11:23.464" v="862" actId="1076"/>
          <ac:spMkLst>
            <pc:docMk/>
            <pc:sldMk cId="1459654649" sldId="295"/>
            <ac:spMk id="6" creationId="{00000000-0000-0000-0000-000000000000}"/>
          </ac:spMkLst>
        </pc:spChg>
        <pc:graphicFrameChg chg="mod">
          <ac:chgData name="Zonghua Gu" userId="9a7e1853e1951ef5" providerId="LiveId" clId="{CF1FAA12-072C-4ED5-BA76-0FFFAEFDB88A}" dt="2025-09-17T22:11:23.464" v="862" actId="1076"/>
          <ac:graphicFrameMkLst>
            <pc:docMk/>
            <pc:sldMk cId="1459654649" sldId="295"/>
            <ac:graphicFrameMk id="4" creationId="{00000000-0000-0000-0000-000000000000}"/>
          </ac:graphicFrameMkLst>
        </pc:graphicFrameChg>
      </pc:sldChg>
      <pc:sldChg chg="del">
        <pc:chgData name="Zonghua Gu" userId="9a7e1853e1951ef5" providerId="LiveId" clId="{CF1FAA12-072C-4ED5-BA76-0FFFAEFDB88A}" dt="2025-09-17T23:23:41.997" v="1576" actId="47"/>
        <pc:sldMkLst>
          <pc:docMk/>
          <pc:sldMk cId="1274838406" sldId="306"/>
        </pc:sldMkLst>
      </pc:sldChg>
      <pc:sldChg chg="modSp mod">
        <pc:chgData name="Zonghua Gu" userId="9a7e1853e1951ef5" providerId="LiveId" clId="{CF1FAA12-072C-4ED5-BA76-0FFFAEFDB88A}" dt="2025-09-24T00:13:47.260" v="2394" actId="20577"/>
        <pc:sldMkLst>
          <pc:docMk/>
          <pc:sldMk cId="2785807384" sldId="307"/>
        </pc:sldMkLst>
        <pc:spChg chg="mod">
          <ac:chgData name="Zonghua Gu" userId="9a7e1853e1951ef5" providerId="LiveId" clId="{CF1FAA12-072C-4ED5-BA76-0FFFAEFDB88A}" dt="2025-09-24T00:13:47.260" v="2394" actId="20577"/>
          <ac:spMkLst>
            <pc:docMk/>
            <pc:sldMk cId="2785807384" sldId="307"/>
            <ac:spMk id="4" creationId="{00000000-0000-0000-0000-000000000000}"/>
          </ac:spMkLst>
        </pc:spChg>
      </pc:sldChg>
      <pc:sldChg chg="delSp modSp mod delAnim modAnim">
        <pc:chgData name="Zonghua Gu" userId="9a7e1853e1951ef5" providerId="LiveId" clId="{CF1FAA12-072C-4ED5-BA76-0FFFAEFDB88A}" dt="2025-09-17T22:24:36.011" v="952" actId="27636"/>
        <pc:sldMkLst>
          <pc:docMk/>
          <pc:sldMk cId="2099586659" sldId="314"/>
        </pc:sldMkLst>
        <pc:spChg chg="mod">
          <ac:chgData name="Zonghua Gu" userId="9a7e1853e1951ef5" providerId="LiveId" clId="{CF1FAA12-072C-4ED5-BA76-0FFFAEFDB88A}" dt="2025-09-17T22:24:36.011" v="952" actId="27636"/>
          <ac:spMkLst>
            <pc:docMk/>
            <pc:sldMk cId="2099586659" sldId="314"/>
            <ac:spMk id="6" creationId="{00000000-0000-0000-0000-000000000000}"/>
          </ac:spMkLst>
        </pc:spChg>
      </pc:sldChg>
      <pc:sldChg chg="addSp delSp modSp mod modNotesTx">
        <pc:chgData name="Zonghua Gu" userId="9a7e1853e1951ef5" providerId="LiveId" clId="{CF1FAA12-072C-4ED5-BA76-0FFFAEFDB88A}" dt="2025-09-17T21:58:24.383" v="743" actId="20577"/>
        <pc:sldMkLst>
          <pc:docMk/>
          <pc:sldMk cId="430688265" sldId="315"/>
        </pc:sldMkLst>
        <pc:spChg chg="add mod">
          <ac:chgData name="Zonghua Gu" userId="9a7e1853e1951ef5" providerId="LiveId" clId="{CF1FAA12-072C-4ED5-BA76-0FFFAEFDB88A}" dt="2025-09-17T21:57:18.491" v="742" actId="1035"/>
          <ac:spMkLst>
            <pc:docMk/>
            <pc:sldMk cId="430688265" sldId="315"/>
            <ac:spMk id="11" creationId="{89110A9B-C92D-FADF-2159-E61A52219699}"/>
          </ac:spMkLst>
        </pc:spChg>
      </pc:sldChg>
      <pc:sldChg chg="addSp modSp mod">
        <pc:chgData name="Zonghua Gu" userId="9a7e1853e1951ef5" providerId="LiveId" clId="{CF1FAA12-072C-4ED5-BA76-0FFFAEFDB88A}" dt="2025-09-17T21:59:59.684" v="755" actId="207"/>
        <pc:sldMkLst>
          <pc:docMk/>
          <pc:sldMk cId="2128225317" sldId="316"/>
        </pc:sldMkLst>
        <pc:spChg chg="add mod">
          <ac:chgData name="Zonghua Gu" userId="9a7e1853e1951ef5" providerId="LiveId" clId="{CF1FAA12-072C-4ED5-BA76-0FFFAEFDB88A}" dt="2025-09-17T21:59:59.684" v="755" actId="207"/>
          <ac:spMkLst>
            <pc:docMk/>
            <pc:sldMk cId="2128225317" sldId="316"/>
            <ac:spMk id="5" creationId="{4F0E9576-B9C1-A440-33E1-DEF3F6380655}"/>
          </ac:spMkLst>
        </pc:spChg>
      </pc:sldChg>
      <pc:sldChg chg="addSp modSp mod">
        <pc:chgData name="Zonghua Gu" userId="9a7e1853e1951ef5" providerId="LiveId" clId="{CF1FAA12-072C-4ED5-BA76-0FFFAEFDB88A}" dt="2025-09-17T22:01:17.688" v="763" actId="207"/>
        <pc:sldMkLst>
          <pc:docMk/>
          <pc:sldMk cId="1703302262" sldId="317"/>
        </pc:sldMkLst>
        <pc:spChg chg="add mod">
          <ac:chgData name="Zonghua Gu" userId="9a7e1853e1951ef5" providerId="LiveId" clId="{CF1FAA12-072C-4ED5-BA76-0FFFAEFDB88A}" dt="2025-09-17T22:01:17.688" v="763" actId="207"/>
          <ac:spMkLst>
            <pc:docMk/>
            <pc:sldMk cId="1703302262" sldId="317"/>
            <ac:spMk id="5" creationId="{4D8698C9-11BE-9683-C508-61F884848D78}"/>
          </ac:spMkLst>
        </pc:spChg>
      </pc:sldChg>
      <pc:sldChg chg="addSp modSp mod">
        <pc:chgData name="Zonghua Gu" userId="9a7e1853e1951ef5" providerId="LiveId" clId="{CF1FAA12-072C-4ED5-BA76-0FFFAEFDB88A}" dt="2025-09-17T22:03:45.668" v="798" actId="404"/>
        <pc:sldMkLst>
          <pc:docMk/>
          <pc:sldMk cId="2321944581" sldId="318"/>
        </pc:sldMkLst>
        <pc:spChg chg="add mod">
          <ac:chgData name="Zonghua Gu" userId="9a7e1853e1951ef5" providerId="LiveId" clId="{CF1FAA12-072C-4ED5-BA76-0FFFAEFDB88A}" dt="2025-09-17T22:02:57" v="769" actId="207"/>
          <ac:spMkLst>
            <pc:docMk/>
            <pc:sldMk cId="2321944581" sldId="318"/>
            <ac:spMk id="5" creationId="{87CC5AAC-33E5-3785-4B44-19D4FC99ADEB}"/>
          </ac:spMkLst>
        </pc:spChg>
        <pc:spChg chg="mod">
          <ac:chgData name="Zonghua Gu" userId="9a7e1853e1951ef5" providerId="LiveId" clId="{CF1FAA12-072C-4ED5-BA76-0FFFAEFDB88A}" dt="2025-09-17T22:03:45.668" v="798" actId="404"/>
          <ac:spMkLst>
            <pc:docMk/>
            <pc:sldMk cId="2321944581" sldId="318"/>
            <ac:spMk id="9" creationId="{00000000-0000-0000-0000-000000000000}"/>
          </ac:spMkLst>
        </pc:spChg>
      </pc:sldChg>
      <pc:sldChg chg="addSp modSp mod">
        <pc:chgData name="Zonghua Gu" userId="9a7e1853e1951ef5" providerId="LiveId" clId="{CF1FAA12-072C-4ED5-BA76-0FFFAEFDB88A}" dt="2025-09-17T22:06:23.379" v="860" actId="14100"/>
        <pc:sldMkLst>
          <pc:docMk/>
          <pc:sldMk cId="3152283833" sldId="320"/>
        </pc:sldMkLst>
        <pc:spChg chg="add mod">
          <ac:chgData name="Zonghua Gu" userId="9a7e1853e1951ef5" providerId="LiveId" clId="{CF1FAA12-072C-4ED5-BA76-0FFFAEFDB88A}" dt="2025-09-17T22:06:23.379" v="860" actId="14100"/>
          <ac:spMkLst>
            <pc:docMk/>
            <pc:sldMk cId="3152283833" sldId="320"/>
            <ac:spMk id="4" creationId="{0398BFD2-E6B1-B143-6EEA-FF504B6AF985}"/>
          </ac:spMkLst>
        </pc:spChg>
      </pc:sldChg>
      <pc:sldChg chg="del">
        <pc:chgData name="Zonghua Gu" userId="9a7e1853e1951ef5" providerId="LiveId" clId="{CF1FAA12-072C-4ED5-BA76-0FFFAEFDB88A}" dt="2025-09-17T23:23:41.997" v="1576" actId="47"/>
        <pc:sldMkLst>
          <pc:docMk/>
          <pc:sldMk cId="1720761071" sldId="322"/>
        </pc:sldMkLst>
      </pc:sldChg>
      <pc:sldChg chg="del">
        <pc:chgData name="Zonghua Gu" userId="9a7e1853e1951ef5" providerId="LiveId" clId="{CF1FAA12-072C-4ED5-BA76-0FFFAEFDB88A}" dt="2025-09-17T23:23:41.997" v="1576" actId="47"/>
        <pc:sldMkLst>
          <pc:docMk/>
          <pc:sldMk cId="4133200898" sldId="323"/>
        </pc:sldMkLst>
      </pc:sldChg>
      <pc:sldChg chg="del">
        <pc:chgData name="Zonghua Gu" userId="9a7e1853e1951ef5" providerId="LiveId" clId="{CF1FAA12-072C-4ED5-BA76-0FFFAEFDB88A}" dt="2025-09-17T23:23:41.997" v="1576" actId="47"/>
        <pc:sldMkLst>
          <pc:docMk/>
          <pc:sldMk cId="2177597633" sldId="324"/>
        </pc:sldMkLst>
      </pc:sldChg>
      <pc:sldChg chg="del">
        <pc:chgData name="Zonghua Gu" userId="9a7e1853e1951ef5" providerId="LiveId" clId="{CF1FAA12-072C-4ED5-BA76-0FFFAEFDB88A}" dt="2025-09-17T23:23:41.997" v="1576" actId="47"/>
        <pc:sldMkLst>
          <pc:docMk/>
          <pc:sldMk cId="2177597633" sldId="325"/>
        </pc:sldMkLst>
      </pc:sldChg>
      <pc:sldChg chg="modSp mod modNotesTx">
        <pc:chgData name="Zonghua Gu" userId="9a7e1853e1951ef5" providerId="LiveId" clId="{CF1FAA12-072C-4ED5-BA76-0FFFAEFDB88A}" dt="2025-09-18T02:13:54.183" v="1812" actId="20577"/>
        <pc:sldMkLst>
          <pc:docMk/>
          <pc:sldMk cId="342584573" sldId="328"/>
        </pc:sldMkLst>
        <pc:spChg chg="mod">
          <ac:chgData name="Zonghua Gu" userId="9a7e1853e1951ef5" providerId="LiveId" clId="{CF1FAA12-072C-4ED5-BA76-0FFFAEFDB88A}" dt="2025-09-18T02:02:29.910" v="1810" actId="1076"/>
          <ac:spMkLst>
            <pc:docMk/>
            <pc:sldMk cId="342584573" sldId="328"/>
            <ac:spMk id="5" creationId="{00000000-0000-0000-0000-000000000000}"/>
          </ac:spMkLst>
        </pc:spChg>
        <pc:spChg chg="mod">
          <ac:chgData name="Zonghua Gu" userId="9a7e1853e1951ef5" providerId="LiveId" clId="{CF1FAA12-072C-4ED5-BA76-0FFFAEFDB88A}" dt="2025-09-18T02:00:15.379" v="1761" actId="14100"/>
          <ac:spMkLst>
            <pc:docMk/>
            <pc:sldMk cId="342584573" sldId="328"/>
            <ac:spMk id="208" creationId="{E787421E-5E17-42CF-831D-FC13CE3CF974}"/>
          </ac:spMkLst>
        </pc:spChg>
      </pc:sldChg>
      <pc:sldChg chg="del">
        <pc:chgData name="Zonghua Gu" userId="9a7e1853e1951ef5" providerId="LiveId" clId="{CF1FAA12-072C-4ED5-BA76-0FFFAEFDB88A}" dt="2025-09-17T21:30:03.689" v="222" actId="47"/>
        <pc:sldMkLst>
          <pc:docMk/>
          <pc:sldMk cId="2148212839" sldId="329"/>
        </pc:sldMkLst>
      </pc:sldChg>
      <pc:sldChg chg="modSp mod">
        <pc:chgData name="Zonghua Gu" userId="9a7e1853e1951ef5" providerId="LiveId" clId="{CF1FAA12-072C-4ED5-BA76-0FFFAEFDB88A}" dt="2025-09-17T22:20:24.753" v="921" actId="1076"/>
        <pc:sldMkLst>
          <pc:docMk/>
          <pc:sldMk cId="1380735846" sldId="330"/>
        </pc:sldMkLst>
        <pc:spChg chg="mod">
          <ac:chgData name="Zonghua Gu" userId="9a7e1853e1951ef5" providerId="LiveId" clId="{CF1FAA12-072C-4ED5-BA76-0FFFAEFDB88A}" dt="2025-09-17T22:20:24.753" v="921" actId="1076"/>
          <ac:spMkLst>
            <pc:docMk/>
            <pc:sldMk cId="1380735846" sldId="330"/>
            <ac:spMk id="3" creationId="{5EBE0760-6769-4463-87A6-B11275CD8231}"/>
          </ac:spMkLst>
        </pc:spChg>
        <pc:spChg chg="mod">
          <ac:chgData name="Zonghua Gu" userId="9a7e1853e1951ef5" providerId="LiveId" clId="{CF1FAA12-072C-4ED5-BA76-0FFFAEFDB88A}" dt="2025-09-17T22:18:24.042" v="900" actId="6549"/>
          <ac:spMkLst>
            <pc:docMk/>
            <pc:sldMk cId="1380735846" sldId="330"/>
            <ac:spMk id="789507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5-09-22T02:07:14.605" v="1845" actId="20577"/>
        <pc:sldMkLst>
          <pc:docMk/>
          <pc:sldMk cId="1640407279" sldId="331"/>
        </pc:sldMkLst>
        <pc:spChg chg="mod">
          <ac:chgData name="Zonghua Gu" userId="9a7e1853e1951ef5" providerId="LiveId" clId="{CF1FAA12-072C-4ED5-BA76-0FFFAEFDB88A}" dt="2025-09-22T02:07:14.605" v="1845" actId="20577"/>
          <ac:spMkLst>
            <pc:docMk/>
            <pc:sldMk cId="1640407279" sldId="331"/>
            <ac:spMk id="4" creationId="{00000000-0000-0000-0000-000000000000}"/>
          </ac:spMkLst>
        </pc:spChg>
      </pc:sldChg>
      <pc:sldChg chg="addSp delSp modSp mod">
        <pc:chgData name="Zonghua Gu" userId="9a7e1853e1951ef5" providerId="LiveId" clId="{CF1FAA12-072C-4ED5-BA76-0FFFAEFDB88A}" dt="2025-09-23T21:11:03.504" v="2183" actId="20577"/>
        <pc:sldMkLst>
          <pc:docMk/>
          <pc:sldMk cId="4134758979" sldId="332"/>
        </pc:sldMkLst>
        <pc:spChg chg="mod">
          <ac:chgData name="Zonghua Gu" userId="9a7e1853e1951ef5" providerId="LiveId" clId="{CF1FAA12-072C-4ED5-BA76-0FFFAEFDB88A}" dt="2025-09-23T21:11:03.504" v="2183" actId="20577"/>
          <ac:spMkLst>
            <pc:docMk/>
            <pc:sldMk cId="4134758979" sldId="332"/>
            <ac:spMk id="2" creationId="{00000000-0000-0000-0000-000000000000}"/>
          </ac:spMkLst>
        </pc:spChg>
        <pc:spChg chg="mod">
          <ac:chgData name="Zonghua Gu" userId="9a7e1853e1951ef5" providerId="LiveId" clId="{CF1FAA12-072C-4ED5-BA76-0FFFAEFDB88A}" dt="2025-09-23T21:01:44.759" v="2181" actId="1076"/>
          <ac:spMkLst>
            <pc:docMk/>
            <pc:sldMk cId="4134758979" sldId="332"/>
            <ac:spMk id="11" creationId="{00000000-0000-0000-0000-000000000000}"/>
          </ac:spMkLst>
        </pc:spChg>
        <pc:spChg chg="mod">
          <ac:chgData name="Zonghua Gu" userId="9a7e1853e1951ef5" providerId="LiveId" clId="{CF1FAA12-072C-4ED5-BA76-0FFFAEFDB88A}" dt="2025-09-23T21:01:44.759" v="2181" actId="1076"/>
          <ac:spMkLst>
            <pc:docMk/>
            <pc:sldMk cId="4134758979" sldId="332"/>
            <ac:spMk id="12" creationId="{00000000-0000-0000-0000-000000000000}"/>
          </ac:spMkLst>
        </pc:spChg>
        <pc:spChg chg="mod">
          <ac:chgData name="Zonghua Gu" userId="9a7e1853e1951ef5" providerId="LiveId" clId="{CF1FAA12-072C-4ED5-BA76-0FFFAEFDB88A}" dt="2025-09-23T21:01:44.759" v="2181" actId="1076"/>
          <ac:spMkLst>
            <pc:docMk/>
            <pc:sldMk cId="4134758979" sldId="332"/>
            <ac:spMk id="14" creationId="{00000000-0000-0000-0000-000000000000}"/>
          </ac:spMkLst>
        </pc:spChg>
        <pc:spChg chg="mod">
          <ac:chgData name="Zonghua Gu" userId="9a7e1853e1951ef5" providerId="LiveId" clId="{CF1FAA12-072C-4ED5-BA76-0FFFAEFDB88A}" dt="2025-09-23T21:01:44.759" v="2181" actId="1076"/>
          <ac:spMkLst>
            <pc:docMk/>
            <pc:sldMk cId="4134758979" sldId="332"/>
            <ac:spMk id="15" creationId="{00000000-0000-0000-0000-000000000000}"/>
          </ac:spMkLst>
        </pc:spChg>
        <pc:graphicFrameChg chg="mod">
          <ac:chgData name="Zonghua Gu" userId="9a7e1853e1951ef5" providerId="LiveId" clId="{CF1FAA12-072C-4ED5-BA76-0FFFAEFDB88A}" dt="2025-09-23T21:01:51.167" v="2182" actId="1076"/>
          <ac:graphicFrameMkLst>
            <pc:docMk/>
            <pc:sldMk cId="4134758979" sldId="332"/>
            <ac:graphicFrameMk id="4" creationId="{00000000-0000-0000-0000-000000000000}"/>
          </ac:graphicFrameMkLst>
        </pc:graphicFrameChg>
        <pc:picChg chg="mod">
          <ac:chgData name="Zonghua Gu" userId="9a7e1853e1951ef5" providerId="LiveId" clId="{CF1FAA12-072C-4ED5-BA76-0FFFAEFDB88A}" dt="2025-09-23T21:01:44.759" v="2181" actId="1076"/>
          <ac:picMkLst>
            <pc:docMk/>
            <pc:sldMk cId="4134758979" sldId="332"/>
            <ac:picMk id="6" creationId="{00000000-0000-0000-0000-000000000000}"/>
          </ac:picMkLst>
        </pc:picChg>
        <pc:picChg chg="mod">
          <ac:chgData name="Zonghua Gu" userId="9a7e1853e1951ef5" providerId="LiveId" clId="{CF1FAA12-072C-4ED5-BA76-0FFFAEFDB88A}" dt="2025-09-23T21:01:44.759" v="2181" actId="1076"/>
          <ac:picMkLst>
            <pc:docMk/>
            <pc:sldMk cId="4134758979" sldId="332"/>
            <ac:picMk id="7" creationId="{00000000-0000-0000-0000-000000000000}"/>
          </ac:picMkLst>
        </pc:picChg>
        <pc:picChg chg="mod">
          <ac:chgData name="Zonghua Gu" userId="9a7e1853e1951ef5" providerId="LiveId" clId="{CF1FAA12-072C-4ED5-BA76-0FFFAEFDB88A}" dt="2025-09-23T21:01:44.759" v="2181" actId="1076"/>
          <ac:picMkLst>
            <pc:docMk/>
            <pc:sldMk cId="4134758979" sldId="332"/>
            <ac:picMk id="8" creationId="{00000000-0000-0000-0000-000000000000}"/>
          </ac:picMkLst>
        </pc:picChg>
        <pc:picChg chg="mod">
          <ac:chgData name="Zonghua Gu" userId="9a7e1853e1951ef5" providerId="LiveId" clId="{CF1FAA12-072C-4ED5-BA76-0FFFAEFDB88A}" dt="2025-09-23T21:01:44.759" v="2181" actId="1076"/>
          <ac:picMkLst>
            <pc:docMk/>
            <pc:sldMk cId="4134758979" sldId="332"/>
            <ac:picMk id="9" creationId="{00000000-0000-0000-0000-000000000000}"/>
          </ac:picMkLst>
        </pc:picChg>
      </pc:sldChg>
      <pc:sldChg chg="del">
        <pc:chgData name="Zonghua Gu" userId="9a7e1853e1951ef5" providerId="LiveId" clId="{CF1FAA12-072C-4ED5-BA76-0FFFAEFDB88A}" dt="2025-09-17T23:07:57.521" v="1400" actId="47"/>
        <pc:sldMkLst>
          <pc:docMk/>
          <pc:sldMk cId="45956393" sldId="333"/>
        </pc:sldMkLst>
      </pc:sldChg>
      <pc:sldChg chg="delSp modSp mod addAnim delAnim">
        <pc:chgData name="Zonghua Gu" userId="9a7e1853e1951ef5" providerId="LiveId" clId="{CF1FAA12-072C-4ED5-BA76-0FFFAEFDB88A}" dt="2025-09-17T23:16:46.806" v="1575" actId="14100"/>
        <pc:sldMkLst>
          <pc:docMk/>
          <pc:sldMk cId="1913135421" sldId="334"/>
        </pc:sldMkLst>
        <pc:spChg chg="mod">
          <ac:chgData name="Zonghua Gu" userId="9a7e1853e1951ef5" providerId="LiveId" clId="{CF1FAA12-072C-4ED5-BA76-0FFFAEFDB88A}" dt="2025-09-17T23:08:17.338" v="1411" actId="20577"/>
          <ac:spMkLst>
            <pc:docMk/>
            <pc:sldMk cId="1913135421" sldId="334"/>
            <ac:spMk id="2" creationId="{00000000-0000-0000-0000-000000000000}"/>
          </ac:spMkLst>
        </pc:spChg>
        <pc:spChg chg="mod">
          <ac:chgData name="Zonghua Gu" userId="9a7e1853e1951ef5" providerId="LiveId" clId="{CF1FAA12-072C-4ED5-BA76-0FFFAEFDB88A}" dt="2025-09-17T23:16:46.806" v="1575" actId="14100"/>
          <ac:spMkLst>
            <pc:docMk/>
            <pc:sldMk cId="1913135421" sldId="334"/>
            <ac:spMk id="6" creationId="{00000000-0000-0000-0000-000000000000}"/>
          </ac:spMkLst>
        </pc:spChg>
        <pc:spChg chg="mod">
          <ac:chgData name="Zonghua Gu" userId="9a7e1853e1951ef5" providerId="LiveId" clId="{CF1FAA12-072C-4ED5-BA76-0FFFAEFDB88A}" dt="2025-09-17T23:06:32.747" v="1351" actId="20577"/>
          <ac:spMkLst>
            <pc:docMk/>
            <pc:sldMk cId="1913135421" sldId="334"/>
            <ac:spMk id="11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09-17T23:08:26.421" v="1415" actId="47"/>
        <pc:sldMkLst>
          <pc:docMk/>
          <pc:sldMk cId="3816386607" sldId="335"/>
        </pc:sldMkLst>
      </pc:sldChg>
      <pc:sldChg chg="delSp modSp mod delAnim">
        <pc:chgData name="Zonghua Gu" userId="9a7e1853e1951ef5" providerId="LiveId" clId="{CF1FAA12-072C-4ED5-BA76-0FFFAEFDB88A}" dt="2025-09-17T23:16:40.712" v="1574" actId="14100"/>
        <pc:sldMkLst>
          <pc:docMk/>
          <pc:sldMk cId="3525808290" sldId="336"/>
        </pc:sldMkLst>
        <pc:spChg chg="mod">
          <ac:chgData name="Zonghua Gu" userId="9a7e1853e1951ef5" providerId="LiveId" clId="{CF1FAA12-072C-4ED5-BA76-0FFFAEFDB88A}" dt="2025-09-17T23:08:24.321" v="1414" actId="20577"/>
          <ac:spMkLst>
            <pc:docMk/>
            <pc:sldMk cId="3525808290" sldId="336"/>
            <ac:spMk id="2" creationId="{00000000-0000-0000-0000-000000000000}"/>
          </ac:spMkLst>
        </pc:spChg>
        <pc:spChg chg="mod">
          <ac:chgData name="Zonghua Gu" userId="9a7e1853e1951ef5" providerId="LiveId" clId="{CF1FAA12-072C-4ED5-BA76-0FFFAEFDB88A}" dt="2025-09-17T23:16:40.712" v="1574" actId="14100"/>
          <ac:spMkLst>
            <pc:docMk/>
            <pc:sldMk cId="3525808290" sldId="336"/>
            <ac:spMk id="6" creationId="{00000000-0000-0000-0000-000000000000}"/>
          </ac:spMkLst>
        </pc:spChg>
      </pc:sldChg>
      <pc:sldChg chg="addSp delSp modSp mod modNotesTx">
        <pc:chgData name="Zonghua Gu" userId="9a7e1853e1951ef5" providerId="LiveId" clId="{CF1FAA12-072C-4ED5-BA76-0FFFAEFDB88A}" dt="2025-09-17T22:50:52.106" v="1190" actId="20577"/>
        <pc:sldMkLst>
          <pc:docMk/>
          <pc:sldMk cId="1861246248" sldId="337"/>
        </pc:sldMkLst>
        <pc:spChg chg="mod">
          <ac:chgData name="Zonghua Gu" userId="9a7e1853e1951ef5" providerId="LiveId" clId="{CF1FAA12-072C-4ED5-BA76-0FFFAEFDB88A}" dt="2025-09-17T22:50:52.106" v="1190" actId="20577"/>
          <ac:spMkLst>
            <pc:docMk/>
            <pc:sldMk cId="1861246248" sldId="337"/>
            <ac:spMk id="2" creationId="{00000000-0000-0000-0000-000000000000}"/>
          </ac:spMkLst>
        </pc:spChg>
        <pc:spChg chg="mod">
          <ac:chgData name="Zonghua Gu" userId="9a7e1853e1951ef5" providerId="LiveId" clId="{CF1FAA12-072C-4ED5-BA76-0FFFAEFDB88A}" dt="2025-09-17T22:28:44.580" v="972" actId="21"/>
          <ac:spMkLst>
            <pc:docMk/>
            <pc:sldMk cId="1861246248" sldId="337"/>
            <ac:spMk id="4" creationId="{00000000-0000-0000-0000-000000000000}"/>
          </ac:spMkLst>
        </pc:spChg>
        <pc:spChg chg="add mod">
          <ac:chgData name="Zonghua Gu" userId="9a7e1853e1951ef5" providerId="LiveId" clId="{CF1FAA12-072C-4ED5-BA76-0FFFAEFDB88A}" dt="2025-09-17T22:29:50.906" v="991" actId="14100"/>
          <ac:spMkLst>
            <pc:docMk/>
            <pc:sldMk cId="1861246248" sldId="337"/>
            <ac:spMk id="7" creationId="{A4F585B3-F901-65C1-DE6E-ED758881AE9D}"/>
          </ac:spMkLst>
        </pc:spChg>
      </pc:sldChg>
      <pc:sldChg chg="del">
        <pc:chgData name="Zonghua Gu" userId="9a7e1853e1951ef5" providerId="LiveId" clId="{CF1FAA12-072C-4ED5-BA76-0FFFAEFDB88A}" dt="2025-09-17T23:23:41.997" v="1576" actId="47"/>
        <pc:sldMkLst>
          <pc:docMk/>
          <pc:sldMk cId="2476710942" sldId="338"/>
        </pc:sldMkLst>
      </pc:sldChg>
      <pc:sldChg chg="modSp mod">
        <pc:chgData name="Zonghua Gu" userId="9a7e1853e1951ef5" providerId="LiveId" clId="{CF1FAA12-072C-4ED5-BA76-0FFFAEFDB88A}" dt="2025-09-17T23:38:05.113" v="1670" actId="1076"/>
        <pc:sldMkLst>
          <pc:docMk/>
          <pc:sldMk cId="3251034726" sldId="345"/>
        </pc:sldMkLst>
        <pc:spChg chg="mod">
          <ac:chgData name="Zonghua Gu" userId="9a7e1853e1951ef5" providerId="LiveId" clId="{CF1FAA12-072C-4ED5-BA76-0FFFAEFDB88A}" dt="2025-09-17T23:38:05.113" v="1670" actId="1076"/>
          <ac:spMkLst>
            <pc:docMk/>
            <pc:sldMk cId="3251034726" sldId="345"/>
            <ac:spMk id="5" creationId="{00000000-0000-0000-0000-000000000000}"/>
          </ac:spMkLst>
        </pc:spChg>
        <pc:spChg chg="mod">
          <ac:chgData name="Zonghua Gu" userId="9a7e1853e1951ef5" providerId="LiveId" clId="{CF1FAA12-072C-4ED5-BA76-0FFFAEFDB88A}" dt="2025-09-17T23:38:05.113" v="1670" actId="1076"/>
          <ac:spMkLst>
            <pc:docMk/>
            <pc:sldMk cId="3251034726" sldId="345"/>
            <ac:spMk id="15" creationId="{00000000-0000-0000-0000-000000000000}"/>
          </ac:spMkLst>
        </pc:spChg>
        <pc:spChg chg="mod">
          <ac:chgData name="Zonghua Gu" userId="9a7e1853e1951ef5" providerId="LiveId" clId="{CF1FAA12-072C-4ED5-BA76-0FFFAEFDB88A}" dt="2025-09-17T23:38:05.113" v="1670" actId="1076"/>
          <ac:spMkLst>
            <pc:docMk/>
            <pc:sldMk cId="3251034726" sldId="345"/>
            <ac:spMk id="16" creationId="{00000000-0000-0000-0000-000000000000}"/>
          </ac:spMkLst>
        </pc:spChg>
        <pc:spChg chg="mod">
          <ac:chgData name="Zonghua Gu" userId="9a7e1853e1951ef5" providerId="LiveId" clId="{CF1FAA12-072C-4ED5-BA76-0FFFAEFDB88A}" dt="2025-09-17T23:38:05.113" v="1670" actId="1076"/>
          <ac:spMkLst>
            <pc:docMk/>
            <pc:sldMk cId="3251034726" sldId="345"/>
            <ac:spMk id="18" creationId="{00000000-0000-0000-0000-000000000000}"/>
          </ac:spMkLst>
        </pc:spChg>
      </pc:sldChg>
      <pc:sldChg chg="addSp modSp mod">
        <pc:chgData name="Zonghua Gu" userId="9a7e1853e1951ef5" providerId="LiveId" clId="{CF1FAA12-072C-4ED5-BA76-0FFFAEFDB88A}" dt="2025-09-17T23:39:46.876" v="1676" actId="20577"/>
        <pc:sldMkLst>
          <pc:docMk/>
          <pc:sldMk cId="3132066556" sldId="346"/>
        </pc:sldMkLst>
        <pc:graphicFrameChg chg="add mod modGraphic">
          <ac:chgData name="Zonghua Gu" userId="9a7e1853e1951ef5" providerId="LiveId" clId="{CF1FAA12-072C-4ED5-BA76-0FFFAEFDB88A}" dt="2025-09-17T23:39:46.876" v="1676" actId="20577"/>
          <ac:graphicFrameMkLst>
            <pc:docMk/>
            <pc:sldMk cId="3132066556" sldId="346"/>
            <ac:graphicFrameMk id="4" creationId="{3D424730-99AF-A00F-0C82-5001F8F7C553}"/>
          </ac:graphicFrameMkLst>
        </pc:graphicFrameChg>
      </pc:sldChg>
      <pc:sldChg chg="modSp new mod">
        <pc:chgData name="Zonghua Gu" userId="9a7e1853e1951ef5" providerId="LiveId" clId="{CF1FAA12-072C-4ED5-BA76-0FFFAEFDB88A}" dt="2025-09-17T23:46:24.667" v="1688" actId="20577"/>
        <pc:sldMkLst>
          <pc:docMk/>
          <pc:sldMk cId="692106391" sldId="347"/>
        </pc:sldMkLst>
        <pc:spChg chg="mod">
          <ac:chgData name="Zonghua Gu" userId="9a7e1853e1951ef5" providerId="LiveId" clId="{CF1FAA12-072C-4ED5-BA76-0FFFAEFDB88A}" dt="2025-09-17T21:22:51.223" v="27" actId="20577"/>
          <ac:spMkLst>
            <pc:docMk/>
            <pc:sldMk cId="692106391" sldId="347"/>
            <ac:spMk id="2" creationId="{0D471A46-65C6-6523-33B9-ECC5C0C109E4}"/>
          </ac:spMkLst>
        </pc:spChg>
        <pc:spChg chg="mod">
          <ac:chgData name="Zonghua Gu" userId="9a7e1853e1951ef5" providerId="LiveId" clId="{CF1FAA12-072C-4ED5-BA76-0FFFAEFDB88A}" dt="2025-09-17T23:46:24.667" v="1688" actId="20577"/>
          <ac:spMkLst>
            <pc:docMk/>
            <pc:sldMk cId="692106391" sldId="347"/>
            <ac:spMk id="4" creationId="{7C0C4192-D05B-82AA-36C0-2927E4161106}"/>
          </ac:spMkLst>
        </pc:spChg>
      </pc:sldChg>
      <pc:sldChg chg="addSp modSp new mod">
        <pc:chgData name="Zonghua Gu" userId="9a7e1853e1951ef5" providerId="LiveId" clId="{CF1FAA12-072C-4ED5-BA76-0FFFAEFDB88A}" dt="2025-09-25T23:55:10.558" v="2621" actId="20577"/>
        <pc:sldMkLst>
          <pc:docMk/>
          <pc:sldMk cId="979249148" sldId="348"/>
        </pc:sldMkLst>
        <pc:spChg chg="mod">
          <ac:chgData name="Zonghua Gu" userId="9a7e1853e1951ef5" providerId="LiveId" clId="{CF1FAA12-072C-4ED5-BA76-0FFFAEFDB88A}" dt="2025-09-25T23:55:10.558" v="2621" actId="20577"/>
          <ac:spMkLst>
            <pc:docMk/>
            <pc:sldMk cId="979249148" sldId="348"/>
            <ac:spMk id="2" creationId="{60A99A2D-9384-2736-2578-E53F47EF0B6A}"/>
          </ac:spMkLst>
        </pc:spChg>
        <pc:spChg chg="add mod">
          <ac:chgData name="Zonghua Gu" userId="9a7e1853e1951ef5" providerId="LiveId" clId="{CF1FAA12-072C-4ED5-BA76-0FFFAEFDB88A}" dt="2025-09-17T22:47:28.458" v="1103" actId="552"/>
          <ac:spMkLst>
            <pc:docMk/>
            <pc:sldMk cId="979249148" sldId="348"/>
            <ac:spMk id="4" creationId="{2271E411-9C25-D0D4-4F6D-1428AEC5D696}"/>
          </ac:spMkLst>
        </pc:spChg>
        <pc:spChg chg="add mod">
          <ac:chgData name="Zonghua Gu" userId="9a7e1853e1951ef5" providerId="LiveId" clId="{CF1FAA12-072C-4ED5-BA76-0FFFAEFDB88A}" dt="2025-09-17T22:47:28.458" v="1103" actId="552"/>
          <ac:spMkLst>
            <pc:docMk/>
            <pc:sldMk cId="979249148" sldId="348"/>
            <ac:spMk id="6" creationId="{3D3A8BE7-DA07-7984-BA12-900333DB6814}"/>
          </ac:spMkLst>
        </pc:spChg>
        <pc:spChg chg="add mod">
          <ac:chgData name="Zonghua Gu" userId="9a7e1853e1951ef5" providerId="LiveId" clId="{CF1FAA12-072C-4ED5-BA76-0FFFAEFDB88A}" dt="2025-09-17T22:47:28.458" v="1103" actId="552"/>
          <ac:spMkLst>
            <pc:docMk/>
            <pc:sldMk cId="979249148" sldId="348"/>
            <ac:spMk id="17" creationId="{678E69C3-115A-65AD-8A82-79F7B3FE5D32}"/>
          </ac:spMkLst>
        </pc:spChg>
        <pc:picChg chg="add mod">
          <ac:chgData name="Zonghua Gu" userId="9a7e1853e1951ef5" providerId="LiveId" clId="{CF1FAA12-072C-4ED5-BA76-0FFFAEFDB88A}" dt="2025-09-17T22:47:28.458" v="1103" actId="552"/>
          <ac:picMkLst>
            <pc:docMk/>
            <pc:sldMk cId="979249148" sldId="348"/>
            <ac:picMk id="5" creationId="{DFB7463D-BACC-3527-43B2-2E8B0F26FA10}"/>
          </ac:picMkLst>
        </pc:picChg>
        <pc:picChg chg="add mod">
          <ac:chgData name="Zonghua Gu" userId="9a7e1853e1951ef5" providerId="LiveId" clId="{CF1FAA12-072C-4ED5-BA76-0FFFAEFDB88A}" dt="2025-09-17T22:47:28.458" v="1103" actId="552"/>
          <ac:picMkLst>
            <pc:docMk/>
            <pc:sldMk cId="979249148" sldId="348"/>
            <ac:picMk id="7" creationId="{389A5FA2-BF73-CF63-4FCF-BE52B9E1E7C2}"/>
          </ac:picMkLst>
        </pc:picChg>
        <pc:picChg chg="add mod">
          <ac:chgData name="Zonghua Gu" userId="9a7e1853e1951ef5" providerId="LiveId" clId="{CF1FAA12-072C-4ED5-BA76-0FFFAEFDB88A}" dt="2025-09-17T22:47:28.458" v="1103" actId="552"/>
          <ac:picMkLst>
            <pc:docMk/>
            <pc:sldMk cId="979249148" sldId="348"/>
            <ac:picMk id="18" creationId="{882A2A42-60C7-7EC3-E17E-7D71A7793458}"/>
          </ac:picMkLst>
        </pc:picChg>
        <pc:picChg chg="add mod">
          <ac:chgData name="Zonghua Gu" userId="9a7e1853e1951ef5" providerId="LiveId" clId="{CF1FAA12-072C-4ED5-BA76-0FFFAEFDB88A}" dt="2025-09-17T22:39:25.567" v="1015" actId="1076"/>
          <ac:picMkLst>
            <pc:docMk/>
            <pc:sldMk cId="979249148" sldId="348"/>
            <ac:picMk id="1026" creationId="{DB0FAD2D-A109-8FF7-915D-0C781BA9290A}"/>
          </ac:picMkLst>
        </pc:picChg>
        <pc:picChg chg="add mod">
          <ac:chgData name="Zonghua Gu" userId="9a7e1853e1951ef5" providerId="LiveId" clId="{CF1FAA12-072C-4ED5-BA76-0FFFAEFDB88A}" dt="2025-09-17T22:40:06.245" v="1022" actId="1076"/>
          <ac:picMkLst>
            <pc:docMk/>
            <pc:sldMk cId="979249148" sldId="348"/>
            <ac:picMk id="1028" creationId="{8DF8733A-295C-13B1-7072-BE76084474B7}"/>
          </ac:picMkLst>
        </pc:picChg>
        <pc:picChg chg="add mod">
          <ac:chgData name="Zonghua Gu" userId="9a7e1853e1951ef5" providerId="LiveId" clId="{CF1FAA12-072C-4ED5-BA76-0FFFAEFDB88A}" dt="2025-09-17T22:40:26.690" v="1026" actId="1076"/>
          <ac:picMkLst>
            <pc:docMk/>
            <pc:sldMk cId="979249148" sldId="348"/>
            <ac:picMk id="1030" creationId="{76675F7E-56E1-B77B-2F26-966D307675D4}"/>
          </ac:picMkLst>
        </pc:picChg>
        <pc:picChg chg="add mod">
          <ac:chgData name="Zonghua Gu" userId="9a7e1853e1951ef5" providerId="LiveId" clId="{CF1FAA12-072C-4ED5-BA76-0FFFAEFDB88A}" dt="2025-09-17T22:40:39.699" v="1029" actId="1076"/>
          <ac:picMkLst>
            <pc:docMk/>
            <pc:sldMk cId="979249148" sldId="348"/>
            <ac:picMk id="1032" creationId="{BCD390CB-5DC7-5CC4-2EC1-70B8114F6C26}"/>
          </ac:picMkLst>
        </pc:picChg>
      </pc:sldChg>
      <pc:sldChg chg="delSp modSp add del mod">
        <pc:chgData name="Zonghua Gu" userId="9a7e1853e1951ef5" providerId="LiveId" clId="{CF1FAA12-072C-4ED5-BA76-0FFFAEFDB88A}" dt="2025-09-17T21:44:05.232" v="441" actId="47"/>
        <pc:sldMkLst>
          <pc:docMk/>
          <pc:sldMk cId="1830380096" sldId="348"/>
        </pc:sldMkLst>
      </pc:sldChg>
      <pc:sldChg chg="new del">
        <pc:chgData name="Zonghua Gu" userId="9a7e1853e1951ef5" providerId="LiveId" clId="{CF1FAA12-072C-4ED5-BA76-0FFFAEFDB88A}" dt="2025-09-17T22:41:59.127" v="1034" actId="47"/>
        <pc:sldMkLst>
          <pc:docMk/>
          <pc:sldMk cId="697838825" sldId="349"/>
        </pc:sldMkLst>
      </pc:sldChg>
      <pc:sldChg chg="new del">
        <pc:chgData name="Zonghua Gu" userId="9a7e1853e1951ef5" providerId="LiveId" clId="{CF1FAA12-072C-4ED5-BA76-0FFFAEFDB88A}" dt="2025-09-17T22:41:59.127" v="1034" actId="47"/>
        <pc:sldMkLst>
          <pc:docMk/>
          <pc:sldMk cId="2156545383" sldId="350"/>
        </pc:sldMkLst>
      </pc:sldChg>
      <pc:sldChg chg="modSp new mod ord modNotesTx">
        <pc:chgData name="Zonghua Gu" userId="9a7e1853e1951ef5" providerId="LiveId" clId="{CF1FAA12-072C-4ED5-BA76-0FFFAEFDB88A}" dt="2025-09-18T00:51:28.843" v="1753" actId="207"/>
        <pc:sldMkLst>
          <pc:docMk/>
          <pc:sldMk cId="2996946337" sldId="351"/>
        </pc:sldMkLst>
        <pc:spChg chg="mod">
          <ac:chgData name="Zonghua Gu" userId="9a7e1853e1951ef5" providerId="LiveId" clId="{CF1FAA12-072C-4ED5-BA76-0FFFAEFDB88A}" dt="2025-09-17T22:51:08.620" v="1209" actId="20577"/>
          <ac:spMkLst>
            <pc:docMk/>
            <pc:sldMk cId="2996946337" sldId="351"/>
            <ac:spMk id="2" creationId="{A0D6F502-DB5A-8F9C-A5EB-10BBD9248E29}"/>
          </ac:spMkLst>
        </pc:spChg>
        <pc:spChg chg="mod">
          <ac:chgData name="Zonghua Gu" userId="9a7e1853e1951ef5" providerId="LiveId" clId="{CF1FAA12-072C-4ED5-BA76-0FFFAEFDB88A}" dt="2025-09-18T00:51:28.843" v="1753" actId="207"/>
          <ac:spMkLst>
            <pc:docMk/>
            <pc:sldMk cId="2996946337" sldId="351"/>
            <ac:spMk id="4" creationId="{B7C9F849-B760-6B86-0795-1026F14FB21B}"/>
          </ac:spMkLst>
        </pc:spChg>
      </pc:sldChg>
      <pc:sldChg chg="addSp modSp new mod">
        <pc:chgData name="Zonghua Gu" userId="9a7e1853e1951ef5" providerId="LiveId" clId="{CF1FAA12-072C-4ED5-BA76-0FFFAEFDB88A}" dt="2025-09-25T23:55:01.588" v="2611" actId="1076"/>
        <pc:sldMkLst>
          <pc:docMk/>
          <pc:sldMk cId="4085096451" sldId="352"/>
        </pc:sldMkLst>
        <pc:spChg chg="mod">
          <ac:chgData name="Zonghua Gu" userId="9a7e1853e1951ef5" providerId="LiveId" clId="{CF1FAA12-072C-4ED5-BA76-0FFFAEFDB88A}" dt="2025-09-25T23:54:28.230" v="2576" actId="20577"/>
          <ac:spMkLst>
            <pc:docMk/>
            <pc:sldMk cId="4085096451" sldId="352"/>
            <ac:spMk id="2" creationId="{5CDAC65A-5128-11A7-1E1C-6DEF22C7BE43}"/>
          </ac:spMkLst>
        </pc:spChg>
        <pc:spChg chg="add mod">
          <ac:chgData name="Zonghua Gu" userId="9a7e1853e1951ef5" providerId="LiveId" clId="{CF1FAA12-072C-4ED5-BA76-0FFFAEFDB88A}" dt="2025-09-25T23:54:44.805" v="2587" actId="14100"/>
          <ac:spMkLst>
            <pc:docMk/>
            <pc:sldMk cId="4085096451" sldId="352"/>
            <ac:spMk id="4" creationId="{CE165587-299D-EEAE-2768-D104CEB63827}"/>
          </ac:spMkLst>
        </pc:spChg>
        <pc:spChg chg="add mod">
          <ac:chgData name="Zonghua Gu" userId="9a7e1853e1951ef5" providerId="LiveId" clId="{CF1FAA12-072C-4ED5-BA76-0FFFAEFDB88A}" dt="2025-09-25T23:55:01.588" v="2611" actId="1076"/>
          <ac:spMkLst>
            <pc:docMk/>
            <pc:sldMk cId="4085096451" sldId="352"/>
            <ac:spMk id="6" creationId="{695B445C-F279-7DB8-4C45-EDA2E7A4E95C}"/>
          </ac:spMkLst>
        </pc:spChg>
        <pc:picChg chg="add mod">
          <ac:chgData name="Zonghua Gu" userId="9a7e1853e1951ef5" providerId="LiveId" clId="{CF1FAA12-072C-4ED5-BA76-0FFFAEFDB88A}" dt="2025-09-17T22:47:43.641" v="1105" actId="1076"/>
          <ac:picMkLst>
            <pc:docMk/>
            <pc:sldMk cId="4085096451" sldId="352"/>
            <ac:picMk id="5" creationId="{76D8098E-6E5C-6B4E-65BC-711220C74664}"/>
          </ac:picMkLst>
        </pc:picChg>
        <pc:picChg chg="add mod">
          <ac:chgData name="Zonghua Gu" userId="9a7e1853e1951ef5" providerId="LiveId" clId="{CF1FAA12-072C-4ED5-BA76-0FFFAEFDB88A}" dt="2025-09-17T22:47:43.641" v="1105" actId="1076"/>
          <ac:picMkLst>
            <pc:docMk/>
            <pc:sldMk cId="4085096451" sldId="352"/>
            <ac:picMk id="7" creationId="{A61E19EB-640B-D3B8-510F-A03161E40F25}"/>
          </ac:picMkLst>
        </pc:picChg>
        <pc:picChg chg="add mod">
          <ac:chgData name="Zonghua Gu" userId="9a7e1853e1951ef5" providerId="LiveId" clId="{CF1FAA12-072C-4ED5-BA76-0FFFAEFDB88A}" dt="2025-09-17T22:47:50.232" v="1106" actId="1076"/>
          <ac:picMkLst>
            <pc:docMk/>
            <pc:sldMk cId="4085096451" sldId="352"/>
            <ac:picMk id="2050" creationId="{7FDB1EA3-667A-183C-4A99-4D7067892671}"/>
          </ac:picMkLst>
        </pc:picChg>
        <pc:picChg chg="add mod">
          <ac:chgData name="Zonghua Gu" userId="9a7e1853e1951ef5" providerId="LiveId" clId="{CF1FAA12-072C-4ED5-BA76-0FFFAEFDB88A}" dt="2025-09-17T22:48:16.102" v="1109" actId="1076"/>
          <ac:picMkLst>
            <pc:docMk/>
            <pc:sldMk cId="4085096451" sldId="352"/>
            <ac:picMk id="2052" creationId="{946F170A-B3A8-2FFB-3779-9DE7D91A8910}"/>
          </ac:picMkLst>
        </pc:picChg>
      </pc:sldChg>
      <pc:sldChg chg="new del">
        <pc:chgData name="Zonghua Gu" userId="9a7e1853e1951ef5" providerId="LiveId" clId="{CF1FAA12-072C-4ED5-BA76-0FFFAEFDB88A}" dt="2025-09-17T22:53:36.995" v="1231" actId="47"/>
        <pc:sldMkLst>
          <pc:docMk/>
          <pc:sldMk cId="3496182848" sldId="353"/>
        </pc:sldMkLst>
      </pc:sldChg>
      <pc:sldChg chg="modSp new mod">
        <pc:chgData name="Zonghua Gu" userId="9a7e1853e1951ef5" providerId="LiveId" clId="{CF1FAA12-072C-4ED5-BA76-0FFFAEFDB88A}" dt="2025-09-26T19:51:52.436" v="2682" actId="20577"/>
        <pc:sldMkLst>
          <pc:docMk/>
          <pc:sldMk cId="2710425109" sldId="354"/>
        </pc:sldMkLst>
        <pc:spChg chg="mod">
          <ac:chgData name="Zonghua Gu" userId="9a7e1853e1951ef5" providerId="LiveId" clId="{CF1FAA12-072C-4ED5-BA76-0FFFAEFDB88A}" dt="2025-09-17T22:53:54.387" v="1245" actId="20577"/>
          <ac:spMkLst>
            <pc:docMk/>
            <pc:sldMk cId="2710425109" sldId="354"/>
            <ac:spMk id="2" creationId="{9834D0B4-10B1-D74B-5633-2E39C35F0A25}"/>
          </ac:spMkLst>
        </pc:spChg>
        <pc:spChg chg="mod">
          <ac:chgData name="Zonghua Gu" userId="9a7e1853e1951ef5" providerId="LiveId" clId="{CF1FAA12-072C-4ED5-BA76-0FFFAEFDB88A}" dt="2025-09-26T19:51:52.436" v="2682" actId="20577"/>
          <ac:spMkLst>
            <pc:docMk/>
            <pc:sldMk cId="2710425109" sldId="354"/>
            <ac:spMk id="4" creationId="{D4CEE39B-0057-75CA-3B6B-799AFFD5AA90}"/>
          </ac:spMkLst>
        </pc:spChg>
      </pc:sldChg>
      <pc:sldChg chg="addSp modSp new mod">
        <pc:chgData name="Zonghua Gu" userId="9a7e1853e1951ef5" providerId="LiveId" clId="{CF1FAA12-072C-4ED5-BA76-0FFFAEFDB88A}" dt="2025-09-18T03:04:08.789" v="1822" actId="20577"/>
        <pc:sldMkLst>
          <pc:docMk/>
          <pc:sldMk cId="3011235655" sldId="355"/>
        </pc:sldMkLst>
        <pc:spChg chg="mod">
          <ac:chgData name="Zonghua Gu" userId="9a7e1853e1951ef5" providerId="LiveId" clId="{CF1FAA12-072C-4ED5-BA76-0FFFAEFDB88A}" dt="2025-09-18T03:04:00.923" v="1820" actId="20577"/>
          <ac:spMkLst>
            <pc:docMk/>
            <pc:sldMk cId="3011235655" sldId="355"/>
            <ac:spMk id="2" creationId="{4ACDBC27-D352-D5ED-D2D3-2B065BAA2DF2}"/>
          </ac:spMkLst>
        </pc:spChg>
        <pc:spChg chg="add mod">
          <ac:chgData name="Zonghua Gu" userId="9a7e1853e1951ef5" providerId="LiveId" clId="{CF1FAA12-072C-4ED5-BA76-0FFFAEFDB88A}" dt="2025-09-18T03:03:34.214" v="1814"/>
          <ac:spMkLst>
            <pc:docMk/>
            <pc:sldMk cId="3011235655" sldId="355"/>
            <ac:spMk id="5" creationId="{7A90BA5F-D460-866D-8A3B-E5AAF1209377}"/>
          </ac:spMkLst>
        </pc:spChg>
        <pc:spChg chg="add mod">
          <ac:chgData name="Zonghua Gu" userId="9a7e1853e1951ef5" providerId="LiveId" clId="{CF1FAA12-072C-4ED5-BA76-0FFFAEFDB88A}" dt="2025-09-18T03:03:34.214" v="1814"/>
          <ac:spMkLst>
            <pc:docMk/>
            <pc:sldMk cId="3011235655" sldId="355"/>
            <ac:spMk id="6" creationId="{199217F8-3B14-6660-C58D-886940206587}"/>
          </ac:spMkLst>
        </pc:spChg>
        <pc:spChg chg="add mod">
          <ac:chgData name="Zonghua Gu" userId="9a7e1853e1951ef5" providerId="LiveId" clId="{CF1FAA12-072C-4ED5-BA76-0FFFAEFDB88A}" dt="2025-09-18T03:03:34.214" v="1814"/>
          <ac:spMkLst>
            <pc:docMk/>
            <pc:sldMk cId="3011235655" sldId="355"/>
            <ac:spMk id="7" creationId="{16DC8768-E016-620D-DCB3-C48D5F75A29C}"/>
          </ac:spMkLst>
        </pc:spChg>
        <pc:spChg chg="add mod">
          <ac:chgData name="Zonghua Gu" userId="9a7e1853e1951ef5" providerId="LiveId" clId="{CF1FAA12-072C-4ED5-BA76-0FFFAEFDB88A}" dt="2025-09-18T03:03:34.214" v="1814"/>
          <ac:spMkLst>
            <pc:docMk/>
            <pc:sldMk cId="3011235655" sldId="355"/>
            <ac:spMk id="9" creationId="{5BA99A53-6B2E-FCFE-91C1-E5A027810349}"/>
          </ac:spMkLst>
        </pc:spChg>
        <pc:spChg chg="add mod">
          <ac:chgData name="Zonghua Gu" userId="9a7e1853e1951ef5" providerId="LiveId" clId="{CF1FAA12-072C-4ED5-BA76-0FFFAEFDB88A}" dt="2025-09-18T03:03:34.214" v="1814"/>
          <ac:spMkLst>
            <pc:docMk/>
            <pc:sldMk cId="3011235655" sldId="355"/>
            <ac:spMk id="10" creationId="{64E7D571-2AAA-1D14-2A9E-6F20478FA858}"/>
          </ac:spMkLst>
        </pc:spChg>
        <pc:spChg chg="add mod">
          <ac:chgData name="Zonghua Gu" userId="9a7e1853e1951ef5" providerId="LiveId" clId="{CF1FAA12-072C-4ED5-BA76-0FFFAEFDB88A}" dt="2025-09-18T03:03:34.214" v="1814"/>
          <ac:spMkLst>
            <pc:docMk/>
            <pc:sldMk cId="3011235655" sldId="355"/>
            <ac:spMk id="11" creationId="{875F27B4-F838-4CF4-2AAA-397A64FA6A55}"/>
          </ac:spMkLst>
        </pc:spChg>
        <pc:spChg chg="add mod">
          <ac:chgData name="Zonghua Gu" userId="9a7e1853e1951ef5" providerId="LiveId" clId="{CF1FAA12-072C-4ED5-BA76-0FFFAEFDB88A}" dt="2025-09-18T03:03:34.214" v="1814"/>
          <ac:spMkLst>
            <pc:docMk/>
            <pc:sldMk cId="3011235655" sldId="355"/>
            <ac:spMk id="12" creationId="{24FD1CBF-7F8E-7A40-0B2C-2D948AD6A7B4}"/>
          </ac:spMkLst>
        </pc:spChg>
        <pc:spChg chg="add mod">
          <ac:chgData name="Zonghua Gu" userId="9a7e1853e1951ef5" providerId="LiveId" clId="{CF1FAA12-072C-4ED5-BA76-0FFFAEFDB88A}" dt="2025-09-18T03:03:34.214" v="1814"/>
          <ac:spMkLst>
            <pc:docMk/>
            <pc:sldMk cId="3011235655" sldId="355"/>
            <ac:spMk id="13" creationId="{55E196E5-893D-8861-8E4F-58FE7803929A}"/>
          </ac:spMkLst>
        </pc:spChg>
        <pc:spChg chg="add mod">
          <ac:chgData name="Zonghua Gu" userId="9a7e1853e1951ef5" providerId="LiveId" clId="{CF1FAA12-072C-4ED5-BA76-0FFFAEFDB88A}" dt="2025-09-18T03:04:08.789" v="1822" actId="20577"/>
          <ac:spMkLst>
            <pc:docMk/>
            <pc:sldMk cId="3011235655" sldId="355"/>
            <ac:spMk id="14" creationId="{97F073F8-9841-45BA-7FCE-1360635833CF}"/>
          </ac:spMkLst>
        </pc:spChg>
        <pc:graphicFrameChg chg="add mod">
          <ac:chgData name="Zonghua Gu" userId="9a7e1853e1951ef5" providerId="LiveId" clId="{CF1FAA12-072C-4ED5-BA76-0FFFAEFDB88A}" dt="2025-09-18T03:03:34.214" v="1814"/>
          <ac:graphicFrameMkLst>
            <pc:docMk/>
            <pc:sldMk cId="3011235655" sldId="355"/>
            <ac:graphicFrameMk id="8" creationId="{E1C6736B-70D6-1990-3EAC-B3CF8F4EC6FE}"/>
          </ac:graphicFrameMkLst>
        </pc:graphicFrameChg>
      </pc:sldChg>
      <pc:sldChg chg="new del">
        <pc:chgData name="Zonghua Gu" userId="9a7e1853e1951ef5" providerId="LiveId" clId="{CF1FAA12-072C-4ED5-BA76-0FFFAEFDB88A}" dt="2025-09-22T02:13:20.315" v="1848" actId="47"/>
        <pc:sldMkLst>
          <pc:docMk/>
          <pc:sldMk cId="1239507140" sldId="356"/>
        </pc:sldMkLst>
      </pc:sldChg>
      <pc:sldChg chg="modSp new mod modNotesTx">
        <pc:chgData name="Zonghua Gu" userId="9a7e1853e1951ef5" providerId="LiveId" clId="{CF1FAA12-072C-4ED5-BA76-0FFFAEFDB88A}" dt="2025-09-22T02:24:09.965" v="1962" actId="20577"/>
        <pc:sldMkLst>
          <pc:docMk/>
          <pc:sldMk cId="2481218994" sldId="357"/>
        </pc:sldMkLst>
        <pc:spChg chg="mod">
          <ac:chgData name="Zonghua Gu" userId="9a7e1853e1951ef5" providerId="LiveId" clId="{CF1FAA12-072C-4ED5-BA76-0FFFAEFDB88A}" dt="2025-09-22T02:23:56.883" v="1961" actId="20577"/>
          <ac:spMkLst>
            <pc:docMk/>
            <pc:sldMk cId="2481218994" sldId="357"/>
            <ac:spMk id="2" creationId="{9D1351A7-AD3C-056D-461B-AE3C7AE36572}"/>
          </ac:spMkLst>
        </pc:spChg>
        <pc:spChg chg="mod">
          <ac:chgData name="Zonghua Gu" userId="9a7e1853e1951ef5" providerId="LiveId" clId="{CF1FAA12-072C-4ED5-BA76-0FFFAEFDB88A}" dt="2025-09-22T02:24:09.965" v="1962" actId="20577"/>
          <ac:spMkLst>
            <pc:docMk/>
            <pc:sldMk cId="2481218994" sldId="357"/>
            <ac:spMk id="4" creationId="{999375F0-3EF7-A993-72C3-5AD8354CBAA0}"/>
          </ac:spMkLst>
        </pc:spChg>
      </pc:sldChg>
      <pc:sldChg chg="modSp new mod">
        <pc:chgData name="Zonghua Gu" userId="9a7e1853e1951ef5" providerId="LiveId" clId="{CF1FAA12-072C-4ED5-BA76-0FFFAEFDB88A}" dt="2025-09-23T20:53:26.874" v="2161" actId="20577"/>
        <pc:sldMkLst>
          <pc:docMk/>
          <pc:sldMk cId="759734560" sldId="358"/>
        </pc:sldMkLst>
        <pc:spChg chg="mod">
          <ac:chgData name="Zonghua Gu" userId="9a7e1853e1951ef5" providerId="LiveId" clId="{CF1FAA12-072C-4ED5-BA76-0FFFAEFDB88A}" dt="2025-09-23T20:53:19.867" v="2159" actId="20577"/>
          <ac:spMkLst>
            <pc:docMk/>
            <pc:sldMk cId="759734560" sldId="358"/>
            <ac:spMk id="2" creationId="{00D5DA4B-E91D-E17A-8214-41F9CBB2302E}"/>
          </ac:spMkLst>
        </pc:spChg>
        <pc:spChg chg="mod">
          <ac:chgData name="Zonghua Gu" userId="9a7e1853e1951ef5" providerId="LiveId" clId="{CF1FAA12-072C-4ED5-BA76-0FFFAEFDB88A}" dt="2025-09-23T20:53:26.874" v="2161" actId="20577"/>
          <ac:spMkLst>
            <pc:docMk/>
            <pc:sldMk cId="759734560" sldId="358"/>
            <ac:spMk id="4" creationId="{C22D6A4C-9A58-2739-559E-A48801D0DB3E}"/>
          </ac:spMkLst>
        </pc:spChg>
      </pc:sldChg>
      <pc:sldChg chg="modSp new mod">
        <pc:chgData name="Zonghua Gu" userId="9a7e1853e1951ef5" providerId="LiveId" clId="{CF1FAA12-072C-4ED5-BA76-0FFFAEFDB88A}" dt="2025-09-25T23:53:08.226" v="2569" actId="20577"/>
        <pc:sldMkLst>
          <pc:docMk/>
          <pc:sldMk cId="1536122626" sldId="359"/>
        </pc:sldMkLst>
        <pc:spChg chg="mod">
          <ac:chgData name="Zonghua Gu" userId="9a7e1853e1951ef5" providerId="LiveId" clId="{CF1FAA12-072C-4ED5-BA76-0FFFAEFDB88A}" dt="2025-09-25T23:49:48.712" v="2498" actId="20577"/>
          <ac:spMkLst>
            <pc:docMk/>
            <pc:sldMk cId="1536122626" sldId="359"/>
            <ac:spMk id="2" creationId="{0245B0E4-E014-05AB-4780-04187E0FFCEB}"/>
          </ac:spMkLst>
        </pc:spChg>
        <pc:spChg chg="mod">
          <ac:chgData name="Zonghua Gu" userId="9a7e1853e1951ef5" providerId="LiveId" clId="{CF1FAA12-072C-4ED5-BA76-0FFFAEFDB88A}" dt="2025-09-25T23:53:08.226" v="2569" actId="20577"/>
          <ac:spMkLst>
            <pc:docMk/>
            <pc:sldMk cId="1536122626" sldId="359"/>
            <ac:spMk id="4" creationId="{AB7AB386-ABE0-69FA-5B1F-8605BE3FD0CE}"/>
          </ac:spMkLst>
        </pc:spChg>
      </pc:sldChg>
      <pc:sldChg chg="modSp add del mod">
        <pc:chgData name="Zonghua Gu" userId="9a7e1853e1951ef5" providerId="LiveId" clId="{CF1FAA12-072C-4ED5-BA76-0FFFAEFDB88A}" dt="2025-09-26T19:49:49.412" v="2631"/>
        <pc:sldMkLst>
          <pc:docMk/>
          <pc:sldMk cId="71279916" sldId="360"/>
        </pc:sldMkLst>
      </pc:sldChg>
      <pc:sldChg chg="addSp delSp modSp new mod modNotesTx">
        <pc:chgData name="Zonghua Gu" userId="9a7e1853e1951ef5" providerId="LiveId" clId="{CF1FAA12-072C-4ED5-BA76-0FFFAEFDB88A}" dt="2025-10-01T00:12:31.250" v="2770" actId="478"/>
        <pc:sldMkLst>
          <pc:docMk/>
          <pc:sldMk cId="3245517365" sldId="360"/>
        </pc:sldMkLst>
        <pc:spChg chg="mod">
          <ac:chgData name="Zonghua Gu" userId="9a7e1853e1951ef5" providerId="LiveId" clId="{CF1FAA12-072C-4ED5-BA76-0FFFAEFDB88A}" dt="2025-10-01T00:10:59.160" v="2749" actId="20577"/>
          <ac:spMkLst>
            <pc:docMk/>
            <pc:sldMk cId="3245517365" sldId="360"/>
            <ac:spMk id="2" creationId="{65690645-6FD1-CE46-4324-050D09A30668}"/>
          </ac:spMkLst>
        </pc:spChg>
        <pc:spChg chg="mod">
          <ac:chgData name="Zonghua Gu" userId="9a7e1853e1951ef5" providerId="LiveId" clId="{CF1FAA12-072C-4ED5-BA76-0FFFAEFDB88A}" dt="2025-10-01T00:10:42.890" v="2730" actId="207"/>
          <ac:spMkLst>
            <pc:docMk/>
            <pc:sldMk cId="3245517365" sldId="360"/>
            <ac:spMk id="4" creationId="{95828B78-2B8F-3B9F-09B7-EBDBBAB74AFB}"/>
          </ac:spMkLst>
        </pc:spChg>
        <pc:spChg chg="add mod">
          <ac:chgData name="Zonghua Gu" userId="9a7e1853e1951ef5" providerId="LiveId" clId="{CF1FAA12-072C-4ED5-BA76-0FFFAEFDB88A}" dt="2025-10-01T00:09:08.355" v="2689"/>
          <ac:spMkLst>
            <pc:docMk/>
            <pc:sldMk cId="3245517365" sldId="360"/>
            <ac:spMk id="7" creationId="{163126D2-83DE-AB01-1936-FC883734D109}"/>
          </ac:spMkLst>
        </pc:spChg>
        <pc:spChg chg="add mod">
          <ac:chgData name="Zonghua Gu" userId="9a7e1853e1951ef5" providerId="LiveId" clId="{CF1FAA12-072C-4ED5-BA76-0FFFAEFDB88A}" dt="2025-10-01T00:09:08.355" v="2689"/>
          <ac:spMkLst>
            <pc:docMk/>
            <pc:sldMk cId="3245517365" sldId="360"/>
            <ac:spMk id="8" creationId="{12C11FA0-7542-DF66-C0FF-7C66857AC39F}"/>
          </ac:spMkLst>
        </pc:spChg>
        <pc:spChg chg="add mod">
          <ac:chgData name="Zonghua Gu" userId="9a7e1853e1951ef5" providerId="LiveId" clId="{CF1FAA12-072C-4ED5-BA76-0FFFAEFDB88A}" dt="2025-10-01T00:12:29.577" v="2769" actId="1076"/>
          <ac:spMkLst>
            <pc:docMk/>
            <pc:sldMk cId="3245517365" sldId="360"/>
            <ac:spMk id="11" creationId="{E9B5F5E2-5B86-CA26-8075-48823F6D6E30}"/>
          </ac:spMkLst>
        </pc:spChg>
        <pc:spChg chg="add">
          <ac:chgData name="Zonghua Gu" userId="9a7e1853e1951ef5" providerId="LiveId" clId="{CF1FAA12-072C-4ED5-BA76-0FFFAEFDB88A}" dt="2025-10-01T00:11:41.843" v="2755"/>
          <ac:spMkLst>
            <pc:docMk/>
            <pc:sldMk cId="3245517365" sldId="360"/>
            <ac:spMk id="12" creationId="{9F78AC3F-9089-7463-6BCB-91242185F499}"/>
          </ac:spMkLst>
        </pc:spChg>
        <pc:picChg chg="add mod">
          <ac:chgData name="Zonghua Gu" userId="9a7e1853e1951ef5" providerId="LiveId" clId="{CF1FAA12-072C-4ED5-BA76-0FFFAEFDB88A}" dt="2025-10-01T00:08:30.157" v="2686" actId="1076"/>
          <ac:picMkLst>
            <pc:docMk/>
            <pc:sldMk cId="3245517365" sldId="360"/>
            <ac:picMk id="6" creationId="{F6BAAC50-A0EF-58E7-7671-16186A17A743}"/>
          </ac:picMkLst>
        </pc:picChg>
        <pc:picChg chg="add del mod">
          <ac:chgData name="Zonghua Gu" userId="9a7e1853e1951ef5" providerId="LiveId" clId="{CF1FAA12-072C-4ED5-BA76-0FFFAEFDB88A}" dt="2025-10-01T00:12:31.250" v="2770" actId="478"/>
          <ac:picMkLst>
            <pc:docMk/>
            <pc:sldMk cId="3245517365" sldId="360"/>
            <ac:picMk id="10" creationId="{C47E0E1B-6B8A-A9A6-3808-6FB3185F5346}"/>
          </ac:picMkLst>
        </pc:picChg>
      </pc:sldChg>
      <pc:sldChg chg="addSp delSp modSp new mod">
        <pc:chgData name="Zonghua Gu" userId="9a7e1853e1951ef5" providerId="LiveId" clId="{CF1FAA12-072C-4ED5-BA76-0FFFAEFDB88A}" dt="2025-10-01T00:51:42.598" v="2887" actId="1076"/>
        <pc:sldMkLst>
          <pc:docMk/>
          <pc:sldMk cId="1279226570" sldId="361"/>
        </pc:sldMkLst>
        <pc:spChg chg="del">
          <ac:chgData name="Zonghua Gu" userId="9a7e1853e1951ef5" providerId="LiveId" clId="{CF1FAA12-072C-4ED5-BA76-0FFFAEFDB88A}" dt="2025-10-01T00:49:54.921" v="2775" actId="3680"/>
          <ac:spMkLst>
            <pc:docMk/>
            <pc:sldMk cId="1279226570" sldId="361"/>
            <ac:spMk id="4" creationId="{C7D7913A-2431-ED0B-18D1-1840A97E7CF6}"/>
          </ac:spMkLst>
        </pc:spChg>
        <pc:graphicFrameChg chg="add mod ord modGraphic">
          <ac:chgData name="Zonghua Gu" userId="9a7e1853e1951ef5" providerId="LiveId" clId="{CF1FAA12-072C-4ED5-BA76-0FFFAEFDB88A}" dt="2025-10-01T00:51:39.855" v="2886" actId="122"/>
          <ac:graphicFrameMkLst>
            <pc:docMk/>
            <pc:sldMk cId="1279226570" sldId="361"/>
            <ac:graphicFrameMk id="7" creationId="{880E1E43-0081-0DD9-199B-A2938FE3A147}"/>
          </ac:graphicFrameMkLst>
        </pc:graphicFrameChg>
        <pc:picChg chg="add mod">
          <ac:chgData name="Zonghua Gu" userId="9a7e1853e1951ef5" providerId="LiveId" clId="{CF1FAA12-072C-4ED5-BA76-0FFFAEFDB88A}" dt="2025-10-01T00:51:42.598" v="2887" actId="1076"/>
          <ac:picMkLst>
            <pc:docMk/>
            <pc:sldMk cId="1279226570" sldId="361"/>
            <ac:picMk id="6" creationId="{7C6EC76D-79A2-5937-8638-8C407A84E65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3A17A-95E8-4381-B66B-5D6DE2B3048A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C9D69-9831-4844-8B1E-062B2DA58B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9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loongson.github.io/LoongArch-Documentation/LoongArch-Vol1-EN.html" TargetMode="External"/><Relationship Id="rId13" Type="http://schemas.openxmlformats.org/officeDocument/2006/relationships/hyperlink" Target="https://devblogs.microsoft.com/oldnewthing/20210610-00/?p=105295" TargetMode="External"/><Relationship Id="rId18" Type="http://schemas.openxmlformats.org/officeDocument/2006/relationships/hyperlink" Target="https://loongson.github.io/LoongArch-Documentation/LoongArch-Vol1-EN.html" TargetMode="External"/><Relationship Id="rId3" Type="http://schemas.openxmlformats.org/officeDocument/2006/relationships/hyperlink" Target="https://devblogs.microsoft.com/oldnewthing/20210610-00/?p=105295" TargetMode="External"/><Relationship Id="rId21" Type="http://schemas.openxmlformats.org/officeDocument/2006/relationships/hyperlink" Target="https://en.wikipedia.org/wiki/Sign_extension" TargetMode="External"/><Relationship Id="rId7" Type="http://schemas.openxmlformats.org/officeDocument/2006/relationships/hyperlink" Target="https://docs.openhwgroup.org/projects/cv32e40p-user-manual/en/latest/instruction_set_extensions.html" TargetMode="External"/><Relationship Id="rId12" Type="http://schemas.openxmlformats.org/officeDocument/2006/relationships/hyperlink" Target="https://stackoverflow.com/questions/36706721/is-a-sign-or-zero-extension-required-when-adding-a-32bit-offset-to-a-pointer-for" TargetMode="External"/><Relationship Id="rId17" Type="http://schemas.openxmlformats.org/officeDocument/2006/relationships/hyperlink" Target="https://docs.openhwgroup.org/projects/cv32e40p-user-manual/en/latest/instruction_set_extensions.html" TargetMode="External"/><Relationship Id="rId2" Type="http://schemas.openxmlformats.org/officeDocument/2006/relationships/slide" Target="../slides/slide29.xml"/><Relationship Id="rId16" Type="http://schemas.openxmlformats.org/officeDocument/2006/relationships/hyperlink" Target="https://pages.cs.wisc.edu/~markhill/restricted/arm_isa_quick_reference.pdf" TargetMode="External"/><Relationship Id="rId20" Type="http://schemas.openxmlformats.org/officeDocument/2006/relationships/hyperlink" Target="https://five-embeddev.com/riscv-bitmanip/1.0.0/bitmanip.html" TargetMode="Externa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pages.cs.wisc.edu/~markhill/restricted/arm_isa_quick_reference.pdf" TargetMode="External"/><Relationship Id="rId11" Type="http://schemas.openxmlformats.org/officeDocument/2006/relationships/hyperlink" Target="https://en.wikipedia.org/wiki/Sign_extension" TargetMode="External"/><Relationship Id="rId5" Type="http://schemas.openxmlformats.org/officeDocument/2006/relationships/hyperlink" Target="https://www.reddit.com/r/RISCV/comments/tye2ak/sign_extension/" TargetMode="External"/><Relationship Id="rId15" Type="http://schemas.openxmlformats.org/officeDocument/2006/relationships/hyperlink" Target="https://www.reddit.com/r/RISCV/comments/tye2ak/sign_extension/" TargetMode="External"/><Relationship Id="rId10" Type="http://schemas.openxmlformats.org/officeDocument/2006/relationships/hyperlink" Target="https://five-embeddev.com/riscv-bitmanip/1.0.0/bitmanip.html" TargetMode="External"/><Relationship Id="rId19" Type="http://schemas.openxmlformats.org/officeDocument/2006/relationships/hyperlink" Target="https://www.ece.lsu.edu/alex/EE3755/fall09/MIPSNote1_1.htm" TargetMode="External"/><Relationship Id="rId4" Type="http://schemas.openxmlformats.org/officeDocument/2006/relationships/hyperlink" Target="https://developer.arm.com/documentation/dui0801/latest/A64-General-Instructions/ADD--extended-register---A64-" TargetMode="External"/><Relationship Id="rId9" Type="http://schemas.openxmlformats.org/officeDocument/2006/relationships/hyperlink" Target="https://www.ece.lsu.edu/alex/EE3755/fall09/MIPSNote1_1.htm" TargetMode="External"/><Relationship Id="rId14" Type="http://schemas.openxmlformats.org/officeDocument/2006/relationships/hyperlink" Target="https://developer.arm.com/documentation/dui0801/latest/A64-General-Instructions/ADD--extended-register---A64-" TargetMode="External"/><Relationship Id="rId22" Type="http://schemas.openxmlformats.org/officeDocument/2006/relationships/hyperlink" Target="https://stackoverflow.com/questions/36706721/is-a-sign-or-zero-extension-required-when-adding-a-32bit-offset-to-a-pointer-for" TargetMode="Externa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heyrick.eu/assembler/shift.html" TargetMode="External"/><Relationship Id="rId13" Type="http://schemas.openxmlformats.org/officeDocument/2006/relationships/hyperlink" Target="https://stackoverflow.com/questions/40193270/difference-between-asr-and-lsr" TargetMode="External"/><Relationship Id="rId18" Type="http://schemas.openxmlformats.org/officeDocument/2006/relationships/hyperlink" Target="https://mrjester.hapisan.com/04_MC68/Sect04Part06/Index.html" TargetMode="External"/><Relationship Id="rId3" Type="http://schemas.openxmlformats.org/officeDocument/2006/relationships/hyperlink" Target="https://developer.arm.com/documentation/dui0204/j/Cjacbgca" TargetMode="External"/><Relationship Id="rId7" Type="http://schemas.openxmlformats.org/officeDocument/2006/relationships/hyperlink" Target="https://www.reddit.com/r/learnprogramming/comments/1lmdk5/asrb_lsrw_btstb_explanation/" TargetMode="External"/><Relationship Id="rId12" Type="http://schemas.openxmlformats.org/officeDocument/2006/relationships/hyperlink" Target="https://developer.arm.com/documentation/dui0204/j/Cjacbgca" TargetMode="External"/><Relationship Id="rId17" Type="http://schemas.openxmlformats.org/officeDocument/2006/relationships/hyperlink" Target="https://heyrick.eu/assembler/shift.html" TargetMode="External"/><Relationship Id="rId2" Type="http://schemas.openxmlformats.org/officeDocument/2006/relationships/slide" Target="../slides/slide33.xml"/><Relationship Id="rId16" Type="http://schemas.openxmlformats.org/officeDocument/2006/relationships/hyperlink" Target="https://www.reddit.com/r/learnprogramming/comments/1lmdk5/asrb_lsrw_btstb_explanation/" TargetMode="External"/><Relationship Id="rId20" Type="http://schemas.openxmlformats.org/officeDocument/2006/relationships/hyperlink" Target="https://comp.sys.arm.narkive.com/ReVomvmp/lsr-asr-ror-rrx" TargetMode="Externa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youtube.com/watch?v=3tOgyQroCd4" TargetMode="External"/><Relationship Id="rId11" Type="http://schemas.openxmlformats.org/officeDocument/2006/relationships/hyperlink" Target="https://comp.sys.arm.narkive.com/ReVomvmp/lsr-asr-ror-rrx" TargetMode="External"/><Relationship Id="rId5" Type="http://schemas.openxmlformats.org/officeDocument/2006/relationships/hyperlink" Target="https://www-mdp.eng.cam.ac.uk/web/library/enginfo/mdp_micro/lecture4/lecture4-3-3.html" TargetMode="External"/><Relationship Id="rId15" Type="http://schemas.openxmlformats.org/officeDocument/2006/relationships/hyperlink" Target="https://www.youtube.com/watch?v=3tOgyQroCd4" TargetMode="External"/><Relationship Id="rId10" Type="http://schemas.openxmlformats.org/officeDocument/2006/relationships/hyperlink" Target="https://armasm.com/docs/bit-operations/shifting/" TargetMode="External"/><Relationship Id="rId19" Type="http://schemas.openxmlformats.org/officeDocument/2006/relationships/hyperlink" Target="https://armasm.com/docs/bit-operations/shifting/" TargetMode="External"/><Relationship Id="rId4" Type="http://schemas.openxmlformats.org/officeDocument/2006/relationships/hyperlink" Target="https://stackoverflow.com/questions/40193270/difference-between-asr-and-lsr" TargetMode="External"/><Relationship Id="rId9" Type="http://schemas.openxmlformats.org/officeDocument/2006/relationships/hyperlink" Target="https://mrjester.hapisan.com/04_MC68/Sect04Part06/Index.html" TargetMode="External"/><Relationship Id="rId14" Type="http://schemas.openxmlformats.org/officeDocument/2006/relationships/hyperlink" Target="https://www-mdp.eng.cam.ac.uk/web/library/enginfo/mdp_micro/lecture4/lecture4-3-3.html" TargetMode="External"/></Relationships>
</file>

<file path=ppt/notesSlides/_rels/notes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stackoverflow.com/questions/66487890/why-different-ranges-of-permitted-shift-values-for-arm-lsl-vs-lsr" TargetMode="External"/><Relationship Id="rId13" Type="http://schemas.openxmlformats.org/officeDocument/2006/relationships/hyperlink" Target="https://developer.arm.com/documentation/den0013/latest/ARM-Thumb-Unified-Assembly-Language-Instructions/Data-processing-operations/Operand-2-and-the-barrel-shifter" TargetMode="External"/><Relationship Id="rId18" Type="http://schemas.openxmlformats.org/officeDocument/2006/relationships/hyperlink" Target="https://stackoverflow.com/questions/66487890/why-different-ranges-of-permitted-shift-values-for-arm-lsl-vs-lsr" TargetMode="External"/><Relationship Id="rId3" Type="http://schemas.openxmlformats.org/officeDocument/2006/relationships/hyperlink" Target="https://developer.arm.com/documentation/den0013/latest/ARM-Thumb-Unified-Assembly-Language-Instructions/Data-processing-operations/Operand-2-and-the-barrel-shifter" TargetMode="External"/><Relationship Id="rId21" Type="http://schemas.openxmlformats.org/officeDocument/2006/relationships/hyperlink" Target="https://www.acsce.edu.in/acsce/wp-content/uploads/2020/03/MES-Module-2.pdf" TargetMode="External"/><Relationship Id="rId7" Type="http://schemas.openxmlformats.org/officeDocument/2006/relationships/hyperlink" Target="http://altmer.arts-union.ru/3DO/docs/DevDocs/tktfldr/acbfldr/1acbc.html" TargetMode="External"/><Relationship Id="rId12" Type="http://schemas.openxmlformats.org/officeDocument/2006/relationships/hyperlink" Target="https://www.rfwireless-world.com/interview-qa/barrel-shifter-in-arm-processors" TargetMode="External"/><Relationship Id="rId17" Type="http://schemas.openxmlformats.org/officeDocument/2006/relationships/hyperlink" Target="http://altmer.arts-union.ru/3DO/docs/DevDocs/tktfldr/acbfldr/1acbc.html" TargetMode="External"/><Relationship Id="rId2" Type="http://schemas.openxmlformats.org/officeDocument/2006/relationships/slide" Target="../slides/slide34.xml"/><Relationship Id="rId16" Type="http://schemas.openxmlformats.org/officeDocument/2006/relationships/hyperlink" Target="https://armasm.com/docs/bit-operations/shifting/" TargetMode="External"/><Relationship Id="rId20" Type="http://schemas.openxmlformats.org/officeDocument/2006/relationships/hyperlink" Target="https://www.youtube.com/watch?v=X560ZGrZ2qc" TargetMode="Externa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armasm.com/docs/bit-operations/shifting/" TargetMode="External"/><Relationship Id="rId11" Type="http://schemas.openxmlformats.org/officeDocument/2006/relationships/hyperlink" Target="https://www.acsce.edu.in/acsce/wp-content/uploads/2020/03/MES-Module-2.pdf" TargetMode="External"/><Relationship Id="rId5" Type="http://schemas.openxmlformats.org/officeDocument/2006/relationships/hyperlink" Target="https://developer.arm.com/documentation/dui0204/j/Cjacbgca" TargetMode="External"/><Relationship Id="rId15" Type="http://schemas.openxmlformats.org/officeDocument/2006/relationships/hyperlink" Target="https://developer.arm.com/documentation/dui0204/j/Cjacbgca" TargetMode="External"/><Relationship Id="rId10" Type="http://schemas.openxmlformats.org/officeDocument/2006/relationships/hyperlink" Target="https://www.youtube.com/watch?v=X560ZGrZ2qc" TargetMode="External"/><Relationship Id="rId19" Type="http://schemas.openxmlformats.org/officeDocument/2006/relationships/hyperlink" Target="https://ppl-ai-file-upload.s3.amazonaws.com/web/direct-files/attachments/images/92151853/25626b68-d7c8-45f3-b49c-0cf781caf953/image.jpg?AWSAccessKeyId=ASIA2F3EMEYEUILL727D&amp;Signature=Cqm2JXG7dblHeBiRVNqnyQejMOc%3D&amp;x-amz-security-token=IQoJb3JpZ2luX2VjEDcaCXVzLWVhc3QtMSJHMEUCIA1qjOidmMRECFVULoTXY%2FGXcxrf44PZoTk27gNtqjSDAiEAsQAy1vwC0T2tfS8mUTrFQbGrQoRtYpM%2FdFzXJtQ83Bcq%2BgQIr%2F%2F%2F%2F%2F%2F%2F%2F%2F%2F%2FARABGgw2OTk3NTMzMDk3MDUiDDgtuRQjgbze42a9AirOBEpBoI9JdczENp2Ntn5rCIKZRBY6ksKZIZNw2D%2B5%2FXP9hmu%2F5GHt2T2qunPg8T0UzKvTVbaFmkJzJKi1rJXtdS8x5XB2UsV4Kd6NU20HMR0rDw6jrh1f67a5j0Neu3n%2BQftDtxhLMxZrTNjGhBs1C974eCw3BnY4RHrXr20jEKkrgzr1K%2BGyrxhsmdhGznWI7kw6Y6la4%2FlSzYtNZLMkEf%2FabScGIbuvB%2FM%2FA7d9BVzP1ca8L6yPdlkF65dDTjhM2GQoxR1G1Ir90Qbu%2FG5jdaMjuIimqI3pPUAozeUwkOudEX1l%2B6Pwo9IdV67adHxGeMdE2Ajf%2FTkLB7vH53c3HlDITEs6kIFjVqyQSq3uS0wBWMnUp2CygIB0jtRE1z%2BdHztfDr6olTMWWTb70Rc%2FFW0y%2BbrpacdZl%2F83dk8WD3eW9LNDA5a4N%2FBMCskBYPNcu4%2FZWf%2BZDAzc%2Fsx6uLUsnFC6bU1hxH4d0ZD%2BOL7En2fpDipGbrGKgdIuLoBKM0t%2BJ%2FiCj69HIughIyxC1v6GXJjg6gOvZ9hDQ9FHv0iR0Whjfi02O7K%2FG0k8WMmWqpv1GSzakAzTZtMeYc1M%2F%2BAqqSitYE3Re6vSh18pXMAkFarp7d7hfxpI763FFndZHFHev95jkJfd06fP%2Fey7C6PPZ70IWYs4KIByG27bLTDrvlMnxCJ8FTWqt1Cvk7xyi4KcWd3NMAq2Ad15vQMFOzD4206xT9ftEuKk8Fh02TQOuIAbeT6AwnUWyvICizPWHlYhKpMeI71Pmf%2BRlud4jrj%2FMIvirMYGOpoBNfym9R2CHVS4%2BnxLODEhRnu8nGo7wFDNUmiWtORjxy3I5%2BRiMugcXgfTEhOKrHu9Ifm6Iw81v%2B0OgqkENTcNK%2Bltda6dEzYhTHI9UBH8Vx2ZmmOg6g%2BOc4wUw17r36RzU1aiGAdeVpZX7zKuWVtdosr3heaZACntInjZBtOuqK9tIffAyULLvT8Uo7kAbgyIAjY%2FmyQIC8XKWw%3D%3D&amp;Expires=1758149168" TargetMode="External"/><Relationship Id="rId4" Type="http://schemas.openxmlformats.org/officeDocument/2006/relationships/hyperlink" Target="https://www.davespace.co.uk/arm/introduction-to-arm/barrel-shifter.html" TargetMode="External"/><Relationship Id="rId9" Type="http://schemas.openxmlformats.org/officeDocument/2006/relationships/hyperlink" Target="https://ppl-ai-file-upload.s3.amazonaws.com/web/direct-files/attachments/images/92151853/25626b68-d7c8-45f3-b49c-0cf781caf953/image.jpg?AWSAccessKeyId=ASIA2F3EMEYEUILL727D&amp;Signature=Cqm2JXG7dblHeBiRVNqnyQejMOc%3D&amp;x-amz-security-token=IQoJb3JpZ2luX2VjEDcaCXVzLWVhc3QtMSJHMEUCIA1qjOidmMRECFVULoTXY%2FGXcxrf44PZoTk27gNtqjSDAiEAsQAy1vwC0T2tfS8mUTrFQbGrQoRtYpM%2FdFzXJtQ83Bcq%2BgQIr%2F%2F%2F%2F%2F%2F%2F%2F%2F%2F%2FARABGgw2OTk3NTMzMDk3MDUiDDgtuRQjgbze42a9AirOBEpBoI9JdczENp2Ntn5rCIKZRBY6ksKZIZNw2D%2B5%2FXP9hmu%2F5GHt2T2qunPg8T0UzKvTVbaFmkJzJKi1rJXtdS8x5XB2UsV4Kd6NU20HMR0rDw6jrh1f67a5j0Neu3n%2BQftDtxhLMxZrTNjGhBs1C974eCw3BnY4RHrXr20jEKkrgzr1K%2BGyrxhsmdhGznWI7kw6Y6la4%2FlSzYtNZLMkEf%2FabScGIbuvB%2FM%2FA7d9BVzP1ca8L6yPdlkF65dDTjhM2GQoxR1G1Ir90Qbu%2FG5jdaMjuIimqI3pPUAozeUwkOudEX1l%2B6Pwo9IdV67adHxGeMdE2Ajf%2FTkLB7vH53c3HlDITEs6kIFjVqyQSq3uS0wBWMnUp2CygIB0jtRE1z%2BdHztfDr6olTMWWTb70Rc%2FFW0y%2BbrpacdZl%2F83dk8WD3eW9LNDA5a4N%2FBMCskBYPNcu4%2FZWf%2BZDAzc%2Fsx6uLUsnFC6bU1hxH4d0ZD%2BOL7En2fpDipGbrGKgdIuLoBKM0t%2BJ%2FiCj69HIughIyxC1v6GXJjg6gOvZ9hDQ9FHv0iR0Whjfi02O7K%2FG0k8WMmWqpv1GSzakAzTZtMeYc1M%2F%2BAqqSitYE3Re6vSh18pXMAkFarp7d7hfxpI763FFndZHFHev95jkJfd06fP%2Fey7C6PPZ70IWYs4KIByG27bLTDrvlMnxCJ8FTWqt1Cvk7xyi4KcWd3NMAq2Ad15vQMFOzD4206xT9ftEuKk8Fh02TQOuIAbeT6AwnUWyvICizPWHlYhKpMeI71Pmf%2BRlud4jrj%2FMIvirMYGOpoBNfym9R2CHVS4%2BnxLODEhRnu8nGo7wFDNUmiWtORjxy3I5%2BRiMugcXgfTEhOKrHu9Ifm6Iw81v%2B0OgqkENTcNK%2Bltda6dEzYhTHI9UBH8Vx2ZmmOg6g%2BOc4wUw17r36RzU1aiGAdeVpZX7zKuWVtdosr3heaZACntInjZBtOuqK9tIffAyULLvT8Uo7kAbgyIAjY%2FmyQIC8XKWw%3D%3D&amp;Expires=1758149168" TargetMode="External"/><Relationship Id="rId14" Type="http://schemas.openxmlformats.org/officeDocument/2006/relationships/hyperlink" Target="https://www.davespace.co.uk/arm/introduction-to-arm/barrel-shifter.html" TargetMode="External"/><Relationship Id="rId22" Type="http://schemas.openxmlformats.org/officeDocument/2006/relationships/hyperlink" Target="https://www.rfwireless-world.com/interview-qa/barrel-shifter-in-arm-processors" TargetMode="Externa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web.cs.umass.edu/~weems/homepage/335-Notes/ewExternalFiles/Lecture%2015.pdf" TargetMode="External"/><Relationship Id="rId3" Type="http://schemas.openxmlformats.org/officeDocument/2006/relationships/hyperlink" Target="https://developer.arm.com/documentation/ddi0597/latest/Base-Instructions/RSB--RSBS--register---Reverse-Subtract--register--" TargetMode="External"/><Relationship Id="rId7" Type="http://schemas.openxmlformats.org/officeDocument/2006/relationships/hyperlink" Target="https://iitd-plos.github.io/col718/ref/arm-instructionset.pdf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csie.ntu.edu.tw/~cyy/courses/assembly/12fall/lectures/handouts/lec09_ARMisa.pdf" TargetMode="External"/><Relationship Id="rId11" Type="http://schemas.openxmlformats.org/officeDocument/2006/relationships/hyperlink" Target="https://salmanarif.bitbucket.io/visual/supported_instructions.html" TargetMode="External"/><Relationship Id="rId5" Type="http://schemas.openxmlformats.org/officeDocument/2006/relationships/hyperlink" Target="https://stackoverflow.com/questions/42042832/what-does-this-rsb-instruction-do-with-an-extra-lsl-1-operand" TargetMode="External"/><Relationship Id="rId10" Type="http://schemas.openxmlformats.org/officeDocument/2006/relationships/hyperlink" Target="https://keleshev.com/compiling-to-assembly-from-scratch/07-arm-assembly-programming" TargetMode="External"/><Relationship Id="rId4" Type="http://schemas.openxmlformats.org/officeDocument/2006/relationships/hyperlink" Target="https://developer.arm.com/documentation/dui0231/latest/arm-instruction-reference/arm-general-data-processing-instructions/add--sub--rsb--adc--sbc--and-rsc" TargetMode="External"/><Relationship Id="rId9" Type="http://schemas.openxmlformats.org/officeDocument/2006/relationships/hyperlink" Target="https://cseweb.ucsd.edu/classes/wi14/cse30-c/lectures/PI_WI_14_CSE30_lecture_8_post.pdf" TargetMode="Externa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461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2557" y="4360439"/>
            <a:ext cx="5032887" cy="41289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303" tIns="45651" rIns="91303" bIns="45651"/>
          <a:lstStyle/>
          <a:p>
            <a:r>
              <a:rPr lang="en-US" dirty="0"/>
              <a:t>BIC	bit clear</a:t>
            </a:r>
          </a:p>
          <a:p>
            <a:r>
              <a:rPr lang="en-US" dirty="0"/>
              <a:t>ORR	bit set</a:t>
            </a:r>
          </a:p>
          <a:p>
            <a:r>
              <a:rPr lang="en-US" dirty="0"/>
              <a:t>AND	bit mask</a:t>
            </a:r>
          </a:p>
          <a:p>
            <a:r>
              <a:rPr lang="en-US" dirty="0"/>
              <a:t>EOR	bit invert</a:t>
            </a:r>
          </a:p>
          <a:p>
            <a:endParaRPr lang="en-US" dirty="0"/>
          </a:p>
          <a:p>
            <a:r>
              <a:rPr lang="en-US" dirty="0"/>
              <a:t>Comparisons produce no results - just set condition codes.</a:t>
            </a:r>
          </a:p>
          <a:p>
            <a:r>
              <a:rPr lang="en-US" dirty="0"/>
              <a:t>CMP	like SUB</a:t>
            </a:r>
          </a:p>
          <a:p>
            <a:r>
              <a:rPr lang="en-US" dirty="0"/>
              <a:t>CMN	like ADD (subtract of a negative number is the same as add)</a:t>
            </a:r>
          </a:p>
          <a:p>
            <a:r>
              <a:rPr lang="en-US" dirty="0"/>
              <a:t>TST	like AND</a:t>
            </a:r>
          </a:p>
          <a:p>
            <a:r>
              <a:rPr lang="en-US" dirty="0"/>
              <a:t>TEQ	like EOR (</a:t>
            </a:r>
            <a:r>
              <a:rPr lang="en-US" dirty="0" err="1"/>
              <a:t>eor</a:t>
            </a:r>
            <a:r>
              <a:rPr lang="en-US" dirty="0"/>
              <a:t> of identical numbers gives result of zero)</a:t>
            </a:r>
          </a:p>
          <a:p>
            <a:endParaRPr lang="en-US" dirty="0"/>
          </a:p>
          <a:p>
            <a:r>
              <a:rPr lang="en-US" dirty="0"/>
              <a:t>Generally single-cycle execution (except write to PC and register-controlled shift).  Mention ARM NOP &amp; Thumb NOP.</a:t>
            </a:r>
          </a:p>
          <a:p>
            <a:r>
              <a:rPr lang="en-US" dirty="0"/>
              <a:t>Explain RSB and RSC which do subtract in other order (e.g. y-x not x-y)</a:t>
            </a:r>
          </a:p>
          <a:p>
            <a:r>
              <a:rPr lang="en-US" dirty="0"/>
              <a:t>Does not include multiply (separate </a:t>
            </a:r>
            <a:r>
              <a:rPr lang="en-US" dirty="0" err="1"/>
              <a:t>instr</a:t>
            </a:r>
            <a:r>
              <a:rPr lang="en-US" dirty="0"/>
              <a:t> format).  No divide - compiler uses run-time library or barrel shifter to perform division.</a:t>
            </a:r>
          </a:p>
          <a:p>
            <a:r>
              <a:rPr lang="en-US" dirty="0"/>
              <a:t>Can combine “S” bit with conditional execution, e.g.</a:t>
            </a:r>
          </a:p>
          <a:p>
            <a:r>
              <a:rPr lang="en-US" dirty="0"/>
              <a:t>	ADDEQS r0, r1, r2</a:t>
            </a:r>
          </a:p>
        </p:txBody>
      </p:sp>
      <p:sp>
        <p:nvSpPr>
          <p:cNvPr id="4813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5713" y="855663"/>
            <a:ext cx="4357687" cy="3270250"/>
          </a:xfrm>
          <a:ln/>
        </p:spPr>
      </p:sp>
    </p:spTree>
    <p:extLst>
      <p:ext uri="{BB962C8B-B14F-4D97-AF65-F5344CB8AC3E}">
        <p14:creationId xmlns:p14="http://schemas.microsoft.com/office/powerpoint/2010/main" val="3261672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771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88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16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7077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negative (N)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the result that set the condition code had a 1 in the most significant bit;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zero (Z)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the result that set the condition code was 0;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overflow (V)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the result that set the condition code overflowed; and</a:t>
            </a:r>
          </a:p>
          <a:p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carry (C)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the result that set the condition code had a carry out of the most significant bit or a borrow into the most significant bit.</a:t>
            </a:r>
          </a:p>
          <a:p>
            <a:endParaRPr lang="en-US" sz="12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APSR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provides program flow control through condition flags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IPSR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provides interrupt/exception context awareness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EPSR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provides low-level execution state control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422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86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676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948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6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195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235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714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7710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Different from Big-Endian vs Little-Endian, which </a:t>
            </a:r>
            <a:r>
              <a:rPr lang="en-US" sz="1200" dirty="0" err="1"/>
              <a:t>aff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“=” form signals “load an immediate constant or address,” letting the assembler choose between synthesizing the value in-register or loading it from a literal pool.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7448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This pseudocode describes what certain ARM “sign-extend byte with rotate” instructions do (e.g., SXTB with optional ROR). It means:</a:t>
                </a:r>
              </a:p>
              <a:p>
                <a:r>
                  <a:rPr lang="en-US" dirty="0"/>
                  <a:t>Take register Rm, rotate it right by </a:t>
                </a:r>
                <a14:m>
                  <m:oMath xmlns:m="http://schemas.openxmlformats.org/officeDocument/2006/math">
                    <m:r>
                      <a:rPr 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8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</m:oMath>
                </a14:m>
                <a:r>
                  <a:rPr lang="en-US" dirty="0"/>
                  <a:t>bits, where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e>
                      <m:e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e>
                      <m:e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e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</a:p>
              <a:p>
                <a:r>
                  <a:rPr lang="en-US" dirty="0"/>
                  <a:t>From that rotated value, extract the low byte bits [7:0].</a:t>
                </a:r>
              </a:p>
              <a:p>
                <a:r>
                  <a:rPr lang="en-US" dirty="0"/>
                  <a:t>Sign-extend that 8-bit value to 32 bits.</a:t>
                </a:r>
              </a:p>
              <a:p>
                <a:r>
                  <a:rPr lang="en-US" dirty="0"/>
                  <a:t>Write the 32-bit result into Rd.</a:t>
                </a:r>
              </a:p>
              <a:p>
                <a:r>
                  <a:rPr lang="en-US" dirty="0"/>
                  <a:t>Step-by-step:</a:t>
                </a:r>
              </a:p>
              <a:p>
                <a:r>
                  <a:rPr lang="en-US" dirty="0"/>
                  <a:t>ROR by multiples of 8 repositions one of the four bytes of Rm into the least-significant byte position without changing their bit order.</a:t>
                </a:r>
              </a:p>
              <a:p>
                <a:r>
                  <a:rPr lang="en-US" dirty="0"/>
                  <a:t>Index [7:0] selects that least-significant byte.</a:t>
                </a:r>
              </a:p>
              <a:p>
                <a:r>
                  <a:rPr lang="en-US" dirty="0" err="1"/>
                  <a:t>SignExtend</a:t>
                </a:r>
                <a:r>
                  <a:rPr lang="en-US" dirty="0"/>
                  <a:t> interprets that byte as a signed 8-bit number: if bit 7 is 1, the upper 24 bits of Rd become 1’s; if bit 7 is 0, the upper 24 bits become 0’s.</a:t>
                </a:r>
              </a:p>
              <a:p>
                <a:r>
                  <a:rPr lang="en-US" dirty="0"/>
                  <a:t>Examples:</a:t>
                </a:r>
              </a:p>
              <a:p>
                <a:r>
                  <a:rPr lang="en-US" dirty="0"/>
                  <a:t>If Rm = 0xAABBCCDD and n = 0, rotate by 0: pick 0xDD; sign-extend → 0xFFFFFFDD because 0xDD has bit 7 set.</a:t>
                </a:r>
              </a:p>
              <a:p>
                <a:r>
                  <a:rPr lang="en-US" dirty="0"/>
                  <a:t>If Rm = 0xAABBCC7F and n = 1, rotate by 8: pick original 0xCC (now in [7:0]); sign-extend → 0xFFFFFFCC.</a:t>
                </a:r>
              </a:p>
              <a:p>
                <a:r>
                  <a:rPr lang="en-US" dirty="0"/>
                  <a:t>If Rm = 0x11223344 and n = 2, rotate by 16: pick original 0x22; sign-extend → 0x00000022.</a:t>
                </a:r>
              </a:p>
              <a:p>
                <a:r>
                  <a:rPr lang="en-US" dirty="0"/>
                  <a:t>If Rm = 0x80810002 and n = 3, rotate by 24: pick original 0x80; sign-extend → 0xFFFFFF80.</a:t>
                </a:r>
              </a:p>
              <a:p>
                <a:r>
                  <a:rPr lang="en-US" dirty="0"/>
                  <a:t>Intuition:</a:t>
                </a:r>
              </a:p>
              <a:p>
                <a:r>
                  <a:rPr lang="en-US" dirty="0"/>
                  <a:t>The rotate selects which byte (byte0..byte3) to extend: n=0→byte0, n=1→byte1, n=2→byte2, n=3→byte3.</a:t>
                </a:r>
              </a:p>
              <a:p>
                <a:r>
                  <a:rPr lang="en-US" dirty="0"/>
                  <a:t>Sign extension preserves the 8-bit signed value when placed into a 32-bit register.</a:t>
                </a:r>
              </a:p>
              <a:p>
                <a:r>
                  <a:rPr lang="en-US" dirty="0">
                    <a:hlinkClick r:id="rId3"/>
                  </a:rPr>
                  <a:t>https://devblogs.microsoft.com/oldnewthing/20210610-00/?p=105295</a:t>
                </a:r>
                <a:endParaRPr lang="en-US" dirty="0"/>
              </a:p>
              <a:p>
                <a:r>
                  <a:rPr lang="en-US" dirty="0">
                    <a:hlinkClick r:id="rId4"/>
                  </a:rPr>
                  <a:t>https://developer.arm.com/documentation/dui0801/latest/A64-General-Instructions/ADD--extended-register---A64-</a:t>
                </a:r>
                <a:endParaRPr lang="en-US" dirty="0"/>
              </a:p>
              <a:p>
                <a:r>
                  <a:rPr lang="en-US" dirty="0">
                    <a:hlinkClick r:id="rId5"/>
                  </a:rPr>
                  <a:t>https://www.reddit.com/r/RISCV/comments/tye2ak/sign_extension/</a:t>
                </a:r>
                <a:endParaRPr lang="en-US" dirty="0"/>
              </a:p>
              <a:p>
                <a:r>
                  <a:rPr lang="en-US" dirty="0">
                    <a:hlinkClick r:id="rId6"/>
                  </a:rPr>
                  <a:t>https://pages.cs.wisc.edu/~markhill/restricted/arm_isa_quick_reference.pdf</a:t>
                </a:r>
                <a:endParaRPr lang="en-US" dirty="0"/>
              </a:p>
              <a:p>
                <a:r>
                  <a:rPr lang="en-US" dirty="0">
                    <a:hlinkClick r:id="rId7"/>
                  </a:rPr>
                  <a:t>https://docs.openhwgroup.org/projects/cv32e40p-user-manual/en/latest/instruction_set_extensions.html</a:t>
                </a:r>
                <a:endParaRPr lang="en-US" dirty="0"/>
              </a:p>
              <a:p>
                <a:r>
                  <a:rPr lang="en-US" dirty="0">
                    <a:hlinkClick r:id="rId8"/>
                  </a:rPr>
                  <a:t>https://loongson.github.io/LoongArch-Documentation/LoongArch-Vol1-EN.html</a:t>
                </a:r>
                <a:endParaRPr lang="en-US" dirty="0"/>
              </a:p>
              <a:p>
                <a:r>
                  <a:rPr lang="en-US" dirty="0">
                    <a:hlinkClick r:id="rId9"/>
                  </a:rPr>
                  <a:t>https://www.ece.lsu.edu/alex/EE3755/fall09/MIPSNote1_1.htm</a:t>
                </a:r>
                <a:endParaRPr lang="en-US" dirty="0"/>
              </a:p>
              <a:p>
                <a:r>
                  <a:rPr lang="en-US" dirty="0">
                    <a:hlinkClick r:id="rId10"/>
                  </a:rPr>
                  <a:t>https://five-embeddev.com/riscv-bitmanip/1.0.0/bitmanip.html</a:t>
                </a:r>
                <a:endParaRPr lang="en-US" dirty="0"/>
              </a:p>
              <a:p>
                <a:r>
                  <a:rPr lang="en-US" dirty="0">
                    <a:hlinkClick r:id="rId11"/>
                  </a:rPr>
                  <a:t>https://en.wikipedia.org/wiki/Sign_extension</a:t>
                </a:r>
                <a:endParaRPr lang="en-US" dirty="0"/>
              </a:p>
              <a:p>
                <a:r>
                  <a:rPr lang="en-US" dirty="0">
                    <a:hlinkClick r:id="rId12"/>
                  </a:rPr>
                  <a:t>https://stackoverflow.com/questions/36706721/is-a-sign-or-zero-extension-required-when-adding-a-32bit-offset-to-a-pointer-for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This pseudocode describes what certain ARM “sign-extend byte with rotate” instructions do (e.g., SXTB with optional ROR). It means:</a:t>
                </a:r>
              </a:p>
              <a:p>
                <a:r>
                  <a:rPr lang="en-US" dirty="0"/>
                  <a:t>Take register Rm, rotate it right by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8×𝑛</a:t>
                </a:r>
                <a:r>
                  <a:rPr lang="en-US" dirty="0"/>
                  <a:t>bits, where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𝑛∈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{0ⓜ,1ⓜ,2ⓜ,3}</a:t>
                </a:r>
                <a:r>
                  <a:rPr lang="ar-AE" dirty="0"/>
                  <a:t>.</a:t>
                </a:r>
              </a:p>
              <a:p>
                <a:r>
                  <a:rPr lang="en-US" dirty="0"/>
                  <a:t>From that rotated value, extract the low byte bits [7:0].</a:t>
                </a:r>
              </a:p>
              <a:p>
                <a:r>
                  <a:rPr lang="en-US" dirty="0"/>
                  <a:t>Sign-extend that 8-bit value to 32 bits.</a:t>
                </a:r>
              </a:p>
              <a:p>
                <a:r>
                  <a:rPr lang="en-US" dirty="0"/>
                  <a:t>Write the 32-bit result into Rd.</a:t>
                </a:r>
              </a:p>
              <a:p>
                <a:r>
                  <a:rPr lang="en-US" dirty="0"/>
                  <a:t>Step-by-step:</a:t>
                </a:r>
              </a:p>
              <a:p>
                <a:r>
                  <a:rPr lang="en-US" dirty="0"/>
                  <a:t>ROR by multiples of 8 repositions one of the four bytes of Rm into the least-significant byte position without changing their bit order.</a:t>
                </a:r>
              </a:p>
              <a:p>
                <a:r>
                  <a:rPr lang="en-US" dirty="0"/>
                  <a:t>Index [7:0] selects that least-significant byte.</a:t>
                </a:r>
              </a:p>
              <a:p>
                <a:r>
                  <a:rPr lang="en-US" dirty="0" err="1"/>
                  <a:t>SignExtend</a:t>
                </a:r>
                <a:r>
                  <a:rPr lang="en-US" dirty="0"/>
                  <a:t> interprets that byte as a signed 8-bit number: if bit 7 is 1, the upper 24 bits of Rd become 1’s; if bit 7 is 0, the upper 24 bits become 0’s.</a:t>
                </a:r>
              </a:p>
              <a:p>
                <a:r>
                  <a:rPr lang="en-US" dirty="0"/>
                  <a:t>Examples:</a:t>
                </a:r>
              </a:p>
              <a:p>
                <a:r>
                  <a:rPr lang="en-US" dirty="0"/>
                  <a:t>If Rm = 0xAABBCCDD and n = 0, rotate by 0: pick 0xDD; sign-extend → 0xFFFFFFDD because 0xDD has bit 7 set.</a:t>
                </a:r>
              </a:p>
              <a:p>
                <a:r>
                  <a:rPr lang="en-US" dirty="0"/>
                  <a:t>If Rm = 0xAABBCC7F and n = 1, rotate by 8: pick original 0xCC (now in [7:0]); sign-extend → 0xFFFFFFCC.</a:t>
                </a:r>
              </a:p>
              <a:p>
                <a:r>
                  <a:rPr lang="en-US" dirty="0"/>
                  <a:t>If Rm = 0x11223344 and n = 2, rotate by 16: pick original 0x22; sign-extend → 0x00000022.</a:t>
                </a:r>
              </a:p>
              <a:p>
                <a:r>
                  <a:rPr lang="en-US" dirty="0"/>
                  <a:t>If Rm = 0x80810002 and n = 3, rotate by 24: pick original 0x80; sign-extend → 0xFFFFFF80.</a:t>
                </a:r>
              </a:p>
              <a:p>
                <a:r>
                  <a:rPr lang="en-US" dirty="0"/>
                  <a:t>Intuition:</a:t>
                </a:r>
              </a:p>
              <a:p>
                <a:r>
                  <a:rPr lang="en-US" dirty="0"/>
                  <a:t>The rotate selects which byte (byte0..byte3) to extend: n=0→byte0, n=1→byte1, n=2→byte2, n=3→byte3.</a:t>
                </a:r>
              </a:p>
              <a:p>
                <a:r>
                  <a:rPr lang="en-US" dirty="0"/>
                  <a:t>Sign extension preserves the 8-bit signed value when placed into a 32-bit register.</a:t>
                </a:r>
              </a:p>
              <a:p>
                <a:r>
                  <a:rPr lang="en-US" dirty="0">
                    <a:hlinkClick r:id="rId13"/>
                  </a:rPr>
                  <a:t>https://devblogs.microsoft.com/oldnewthing/20210610-00/?p=105295</a:t>
                </a:r>
                <a:endParaRPr lang="en-US" dirty="0"/>
              </a:p>
              <a:p>
                <a:r>
                  <a:rPr lang="en-US" dirty="0">
                    <a:hlinkClick r:id="rId14"/>
                  </a:rPr>
                  <a:t>https://developer.arm.com/documentation/dui0801/latest/A64-General-Instructions/ADD--extended-register---A64-</a:t>
                </a:r>
                <a:endParaRPr lang="en-US" dirty="0"/>
              </a:p>
              <a:p>
                <a:r>
                  <a:rPr lang="en-US" dirty="0">
                    <a:hlinkClick r:id="rId15"/>
                  </a:rPr>
                  <a:t>https://www.reddit.com/r/RISCV/comments/tye2ak/sign_extension/</a:t>
                </a:r>
                <a:endParaRPr lang="en-US" dirty="0"/>
              </a:p>
              <a:p>
                <a:r>
                  <a:rPr lang="en-US" dirty="0">
                    <a:hlinkClick r:id="rId16"/>
                  </a:rPr>
                  <a:t>https://pages.cs.wisc.edu/~markhill/restricted/arm_isa_quick_reference.pdf</a:t>
                </a:r>
                <a:endParaRPr lang="en-US" dirty="0"/>
              </a:p>
              <a:p>
                <a:r>
                  <a:rPr lang="en-US" dirty="0">
                    <a:hlinkClick r:id="rId17"/>
                  </a:rPr>
                  <a:t>https://docs.openhwgroup.org/projects/cv32e40p-user-manual/en/latest/instruction_set_extensions.html</a:t>
                </a:r>
                <a:endParaRPr lang="en-US" dirty="0"/>
              </a:p>
              <a:p>
                <a:r>
                  <a:rPr lang="en-US" dirty="0">
                    <a:hlinkClick r:id="rId18"/>
                  </a:rPr>
                  <a:t>https://loongson.github.io/LoongArch-Documentation/LoongArch-Vol1-EN.html</a:t>
                </a:r>
                <a:endParaRPr lang="en-US" dirty="0"/>
              </a:p>
              <a:p>
                <a:r>
                  <a:rPr lang="en-US" dirty="0">
                    <a:hlinkClick r:id="rId19"/>
                  </a:rPr>
                  <a:t>https://www.ece.lsu.edu/alex/EE3755/fall09/MIPSNote1_1.htm</a:t>
                </a:r>
                <a:endParaRPr lang="en-US" dirty="0"/>
              </a:p>
              <a:p>
                <a:r>
                  <a:rPr lang="en-US" dirty="0">
                    <a:hlinkClick r:id="rId20"/>
                  </a:rPr>
                  <a:t>https://five-embeddev.com/riscv-bitmanip/1.0.0/bitmanip.html</a:t>
                </a:r>
                <a:endParaRPr lang="en-US" dirty="0"/>
              </a:p>
              <a:p>
                <a:r>
                  <a:rPr lang="en-US" dirty="0">
                    <a:hlinkClick r:id="rId21"/>
                  </a:rPr>
                  <a:t>https://en.wikipedia.org/wiki/Sign_extension</a:t>
                </a:r>
                <a:endParaRPr lang="en-US" dirty="0"/>
              </a:p>
              <a:p>
                <a:r>
                  <a:rPr lang="en-US" dirty="0">
                    <a:hlinkClick r:id="rId22"/>
                  </a:rPr>
                  <a:t>https://stackoverflow.com/questions/36706721/is-a-sign-or-zero-extension-required-when-adding-a-32bit-offset-to-a-pointer-for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0252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 Wide” writes the 16-bit immediate into the low half of r0 and clears the high half. After this, r0 = 0x00004321.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 of it as: r0[15:0] := 0x4321 and r0[31:16] := 0x0000.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MOVT r0, #0x8765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“Move Top” writes a 16-bit immediate into the high half of r0 without altering the low half. After this, r0 = 0x87654321.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824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F0000"/>
                </a:solidFill>
              </a:rPr>
              <a:t>Source Operand 2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8956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LSL (logical shift left): Rd = Rm &lt;&lt; s, zeros shift in on the right; effectively multiplies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ar-AE" sz="1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 non‑overflowing values. Flags are updated only with the S suffix (e.g., LSLS).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LSR (logical shift right): Rd = Rm &gt;&gt; s, zeros shift in on the left; for unsigned values it divides 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ar-AE" sz="1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rounding down. Flags update only with the S suffix.</a:t>
                </a:r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dirty="0"/>
                  <a:t>ASR vs LSR in ARM:</a:t>
                </a:r>
              </a:p>
              <a:p>
                <a:r>
                  <a:rPr lang="en-US" dirty="0"/>
                  <a:t>Purpose</a:t>
                </a:r>
              </a:p>
              <a:p>
                <a:pPr lvl="1"/>
                <a:r>
                  <a:rPr lang="en-US" dirty="0"/>
                  <a:t>ASR (arithmetic shift right): shifts right and replicates the sign bit (bit 31) into the vacated high bits, preserving signed magnitude; models signed divide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ar-AE" sz="1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with rounding toward negative infinity.</a:t>
                </a:r>
              </a:p>
              <a:p>
                <a:pPr lvl="1"/>
                <a:r>
                  <a:rPr lang="en-US" dirty="0"/>
                  <a:t>LSR (logical shift right): shifts right and inserts zeros at the top, appropriate for unsigned values; models unsigned divide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ar-AE" sz="1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with truncation.</a:t>
                </a:r>
              </a:p>
              <a:p>
                <a:r>
                  <a:rPr lang="en-US" dirty="0"/>
                  <a:t>Effects on values</a:t>
                </a:r>
              </a:p>
              <a:p>
                <a:pPr lvl="1"/>
                <a:r>
                  <a:rPr lang="en-US" dirty="0"/>
                  <a:t>Example with negative signed value: r0 = 0xF0000000 (−268435456).</a:t>
                </a:r>
              </a:p>
              <a:p>
                <a:pPr lvl="2"/>
                <a:r>
                  <a:rPr lang="en-US" dirty="0"/>
                  <a:t>ASR r1, r0, #4 → 0xFF000000 (still negative, sign kept).</a:t>
                </a:r>
              </a:p>
              <a:p>
                <a:pPr lvl="2"/>
                <a:r>
                  <a:rPr lang="en-US" dirty="0"/>
                  <a:t>LSR r1, r0, #4 → 0x0F000000 (large positive, because zeros filled in).</a:t>
                </a:r>
              </a:p>
              <a:p>
                <a:pPr lvl="1"/>
                <a:r>
                  <a:rPr lang="en-US" dirty="0"/>
                  <a:t>Example with positive value: r0 = 0x70000000.</a:t>
                </a:r>
              </a:p>
              <a:p>
                <a:pPr lvl="2"/>
                <a:r>
                  <a:rPr lang="en-US" dirty="0"/>
                  <a:t>ASR r1, r0, #4 → 0x07000000.</a:t>
                </a:r>
              </a:p>
              <a:p>
                <a:pPr lvl="2"/>
                <a:r>
                  <a:rPr lang="en-US" dirty="0"/>
                  <a:t>LSR r1, r0, #4 → 0x07000000.</a:t>
                </a:r>
              </a:p>
              <a:p>
                <a:r>
                  <a:rPr lang="en-US" dirty="0"/>
                  <a:t>When to use</a:t>
                </a:r>
              </a:p>
              <a:p>
                <a:pPr lvl="1"/>
                <a:r>
                  <a:rPr lang="en-US" dirty="0"/>
                  <a:t>Use ASR for signed integers when dividing or scaling right so the sign is preserved.</a:t>
                </a:r>
              </a:p>
              <a:p>
                <a:pPr lvl="1"/>
                <a:r>
                  <a:rPr lang="en-US" dirty="0"/>
                  <a:t>Use LSR for unsigned integers, bitfield extraction, and mask/pack operations.</a:t>
                </a:r>
              </a:p>
              <a:p>
                <a:r>
                  <a:rPr lang="en-US" dirty="0"/>
                  <a:t>Flags (with S suffix)</a:t>
                </a:r>
              </a:p>
              <a:p>
                <a:pPr lvl="1"/>
                <a:r>
                  <a:rPr lang="en-US" dirty="0"/>
                  <a:t>N from result bit 31; Z if result is zero; C gets the last bit shifted out; V unchanged.</a:t>
                </a:r>
              </a:p>
              <a:p>
                <a:r>
                  <a:rPr lang="en-US" dirty="0"/>
                  <a:t>Handy patterns</a:t>
                </a:r>
              </a:p>
              <a:p>
                <a:pPr lvl="1"/>
                <a:r>
                  <a:rPr lang="en-US" dirty="0"/>
                  <a:t>Signed rounding toward zero: add a bias before ASR for negatives, e.g., r += (r &gt;&gt; 31) &amp; ((1&lt;&lt;n)-1); then ASR by n.</a:t>
                </a:r>
              </a:p>
              <a:p>
                <a:pPr lvl="1"/>
                <a:r>
                  <a:rPr lang="en-US" dirty="0"/>
                  <a:t>Field extract: LSR then AND with a mask width, or use UBFX/SBFX if available.</a:t>
                </a:r>
              </a:p>
              <a:p>
                <a:r>
                  <a:rPr lang="en-US" dirty="0">
                    <a:hlinkClick r:id="rId3"/>
                  </a:rPr>
                  <a:t>https://developer.arm.com/documentation/dui0204/j/Cjacbgca</a:t>
                </a:r>
                <a:endParaRPr lang="en-US" dirty="0"/>
              </a:p>
              <a:p>
                <a:r>
                  <a:rPr lang="en-US" dirty="0">
                    <a:hlinkClick r:id="rId4"/>
                  </a:rPr>
                  <a:t>https://stackoverflow.com/questions/40193270/difference-between-asr-and-lsr</a:t>
                </a:r>
                <a:endParaRPr lang="en-US" dirty="0"/>
              </a:p>
              <a:p>
                <a:r>
                  <a:rPr lang="en-US" dirty="0">
                    <a:hlinkClick r:id="rId5"/>
                  </a:rPr>
                  <a:t>https://www-mdp.eng.cam.ac.uk/web/library/enginfo/mdp_micro/lecture4/lecture4-3-3.html</a:t>
                </a:r>
                <a:endParaRPr lang="en-US" dirty="0"/>
              </a:p>
              <a:p>
                <a:r>
                  <a:rPr lang="en-US" dirty="0">
                    <a:hlinkClick r:id="rId6"/>
                  </a:rPr>
                  <a:t>https://www.youtube.com/watch?v=3tOgyQroCd4</a:t>
                </a:r>
                <a:endParaRPr lang="en-US" dirty="0"/>
              </a:p>
              <a:p>
                <a:r>
                  <a:rPr lang="en-US" dirty="0">
                    <a:hlinkClick r:id="rId7"/>
                  </a:rPr>
                  <a:t>https://www.reddit.com/r/learnprogramming/comments/1lmdk5/asrb_lsrw_btstb_explanation/</a:t>
                </a:r>
                <a:endParaRPr lang="en-US" dirty="0"/>
              </a:p>
              <a:p>
                <a:r>
                  <a:rPr lang="en-US" dirty="0">
                    <a:hlinkClick r:id="rId8"/>
                  </a:rPr>
                  <a:t>https://heyrick.eu/assembler/shift.html</a:t>
                </a:r>
                <a:endParaRPr lang="en-US" dirty="0"/>
              </a:p>
              <a:p>
                <a:r>
                  <a:rPr lang="en-US" dirty="0">
                    <a:hlinkClick r:id="rId9"/>
                  </a:rPr>
                  <a:t>https://mrjester.hapisan.com/04_MC68/Sect04Part06/Index.html</a:t>
                </a:r>
                <a:endParaRPr lang="en-US" dirty="0"/>
              </a:p>
              <a:p>
                <a:r>
                  <a:rPr lang="en-US" dirty="0">
                    <a:hlinkClick r:id="rId10"/>
                  </a:rPr>
                  <a:t>https://armasm.com/docs/bit-operations/shifting/</a:t>
                </a:r>
                <a:endParaRPr lang="en-US" dirty="0"/>
              </a:p>
              <a:p>
                <a:r>
                  <a:rPr lang="en-US" dirty="0">
                    <a:hlinkClick r:id="rId11"/>
                  </a:rPr>
                  <a:t>https://comp.sys.arm.narkive.com/ReVomvmp/lsr-asr-ror-rrx</a:t>
                </a:r>
                <a:endParaRPr lang="en-US" dirty="0"/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LSL (logical shift left): Rd = Rm &lt;&lt; s, zeros shift in on the right; effectively multiplies by 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2^𝑠</a:t>
                </a:r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 non‑overflowing values. Flags are updated only with the S suffix (e.g., LSLS).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LSR (logical shift right): Rd = Rm &gt;&gt; s, zeros shift in on the left; for unsigned values it divides by 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2^𝑠</a:t>
                </a:r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rounding down. Flags update only with the S suffix.</a:t>
                </a:r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dirty="0"/>
                  <a:t>ASR vs LSR in ARM:</a:t>
                </a:r>
              </a:p>
              <a:p>
                <a:r>
                  <a:rPr lang="en-US" dirty="0"/>
                  <a:t>Purpose</a:t>
                </a:r>
              </a:p>
              <a:p>
                <a:pPr lvl="1"/>
                <a:r>
                  <a:rPr lang="en-US" dirty="0"/>
                  <a:t>ASR (arithmetic shift right): shifts right and replicates the sign bit (bit 31) into the vacated high bits, preserving signed magnitude; models signed divide by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2^𝑛</a:t>
                </a:r>
                <a:r>
                  <a:rPr lang="en-US" dirty="0"/>
                  <a:t>with rounding toward negative infinity.</a:t>
                </a:r>
              </a:p>
              <a:p>
                <a:pPr lvl="1"/>
                <a:r>
                  <a:rPr lang="en-US" dirty="0"/>
                  <a:t>LSR (logical shift right): shifts right and inserts zeros at the top, appropriate for unsigned values; models unsigned divide by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2^𝑛</a:t>
                </a:r>
                <a:r>
                  <a:rPr lang="en-US" dirty="0"/>
                  <a:t>with truncation.</a:t>
                </a:r>
              </a:p>
              <a:p>
                <a:r>
                  <a:rPr lang="en-US" dirty="0"/>
                  <a:t>Effects on values</a:t>
                </a:r>
              </a:p>
              <a:p>
                <a:pPr lvl="1"/>
                <a:r>
                  <a:rPr lang="en-US" dirty="0"/>
                  <a:t>Example with negative signed value: r0 = 0xF0000000 (−268435456).</a:t>
                </a:r>
              </a:p>
              <a:p>
                <a:pPr lvl="2"/>
                <a:r>
                  <a:rPr lang="en-US" dirty="0"/>
                  <a:t>ASR r1, r0, #4 → 0xFF000000 (still negative, sign kept).</a:t>
                </a:r>
              </a:p>
              <a:p>
                <a:pPr lvl="2"/>
                <a:r>
                  <a:rPr lang="en-US" dirty="0"/>
                  <a:t>LSR r1, r0, #4 → 0x0F000000 (large positive, because zeros filled in).</a:t>
                </a:r>
              </a:p>
              <a:p>
                <a:pPr lvl="1"/>
                <a:r>
                  <a:rPr lang="en-US" dirty="0"/>
                  <a:t>Example with positive value: r0 = 0x70000000.</a:t>
                </a:r>
              </a:p>
              <a:p>
                <a:pPr lvl="2"/>
                <a:r>
                  <a:rPr lang="en-US" dirty="0"/>
                  <a:t>ASR r1, r0, #4 → 0x07000000.</a:t>
                </a:r>
              </a:p>
              <a:p>
                <a:pPr lvl="2"/>
                <a:r>
                  <a:rPr lang="en-US" dirty="0"/>
                  <a:t>LSR r1, r0, #4 → 0x07000000.</a:t>
                </a:r>
              </a:p>
              <a:p>
                <a:r>
                  <a:rPr lang="en-US" dirty="0"/>
                  <a:t>When to use</a:t>
                </a:r>
              </a:p>
              <a:p>
                <a:pPr lvl="1"/>
                <a:r>
                  <a:rPr lang="en-US" dirty="0"/>
                  <a:t>Use ASR for signed integers when dividing or scaling right so the sign is preserved.</a:t>
                </a:r>
              </a:p>
              <a:p>
                <a:pPr lvl="1"/>
                <a:r>
                  <a:rPr lang="en-US" dirty="0"/>
                  <a:t>Use LSR for unsigned integers, bitfield extraction, and mask/pack operations.</a:t>
                </a:r>
              </a:p>
              <a:p>
                <a:r>
                  <a:rPr lang="en-US" dirty="0"/>
                  <a:t>Flags (with S suffix)</a:t>
                </a:r>
              </a:p>
              <a:p>
                <a:pPr lvl="1"/>
                <a:r>
                  <a:rPr lang="en-US" dirty="0"/>
                  <a:t>N from result bit 31; Z if result is zero; C gets the last bit shifted out; V unchanged.</a:t>
                </a:r>
              </a:p>
              <a:p>
                <a:r>
                  <a:rPr lang="en-US" dirty="0"/>
                  <a:t>Handy patterns</a:t>
                </a:r>
              </a:p>
              <a:p>
                <a:pPr lvl="1"/>
                <a:r>
                  <a:rPr lang="en-US" dirty="0"/>
                  <a:t>Signed rounding toward zero: add a bias before ASR for negatives, e.g., r += (r &gt;&gt; 31) &amp; ((1&lt;&lt;n)-1); then ASR by n.</a:t>
                </a:r>
              </a:p>
              <a:p>
                <a:pPr lvl="1"/>
                <a:r>
                  <a:rPr lang="en-US" dirty="0"/>
                  <a:t>Field extract: LSR then AND with a mask width, or use UBFX/SBFX if available.</a:t>
                </a:r>
              </a:p>
              <a:p>
                <a:r>
                  <a:rPr lang="en-US" dirty="0">
                    <a:hlinkClick r:id="rId12"/>
                  </a:rPr>
                  <a:t>https://developer.arm.com/documentation/dui0204/j/Cjacbgca</a:t>
                </a:r>
                <a:endParaRPr lang="en-US" dirty="0"/>
              </a:p>
              <a:p>
                <a:r>
                  <a:rPr lang="en-US" dirty="0">
                    <a:hlinkClick r:id="rId13"/>
                  </a:rPr>
                  <a:t>https://stackoverflow.com/questions/40193270/difference-between-asr-and-lsr</a:t>
                </a:r>
                <a:endParaRPr lang="en-US" dirty="0"/>
              </a:p>
              <a:p>
                <a:r>
                  <a:rPr lang="en-US" dirty="0">
                    <a:hlinkClick r:id="rId14"/>
                  </a:rPr>
                  <a:t>https://www-mdp.eng.cam.ac.uk/web/library/enginfo/mdp_micro/lecture4/lecture4-3-3.html</a:t>
                </a:r>
                <a:endParaRPr lang="en-US" dirty="0"/>
              </a:p>
              <a:p>
                <a:r>
                  <a:rPr lang="en-US" dirty="0">
                    <a:hlinkClick r:id="rId15"/>
                  </a:rPr>
                  <a:t>https://www.youtube.com/watch?v=3tOgyQroCd4</a:t>
                </a:r>
                <a:endParaRPr lang="en-US" dirty="0"/>
              </a:p>
              <a:p>
                <a:r>
                  <a:rPr lang="en-US" dirty="0">
                    <a:hlinkClick r:id="rId16"/>
                  </a:rPr>
                  <a:t>https://www.reddit.com/r/learnprogramming/comments/1lmdk5/asrb_lsrw_btstb_explanation/</a:t>
                </a:r>
                <a:endParaRPr lang="en-US" dirty="0"/>
              </a:p>
              <a:p>
                <a:r>
                  <a:rPr lang="en-US" dirty="0">
                    <a:hlinkClick r:id="rId17"/>
                  </a:rPr>
                  <a:t>https://heyrick.eu/assembler/shift.html</a:t>
                </a:r>
                <a:endParaRPr lang="en-US" dirty="0"/>
              </a:p>
              <a:p>
                <a:r>
                  <a:rPr lang="en-US" dirty="0">
                    <a:hlinkClick r:id="rId18"/>
                  </a:rPr>
                  <a:t>https://mrjester.hapisan.com/04_MC68/Sect04Part06/Index.html</a:t>
                </a:r>
                <a:endParaRPr lang="en-US" dirty="0"/>
              </a:p>
              <a:p>
                <a:r>
                  <a:rPr lang="en-US" dirty="0">
                    <a:hlinkClick r:id="rId19"/>
                  </a:rPr>
                  <a:t>https://armasm.com/docs/bit-operations/shifting/</a:t>
                </a:r>
                <a:endParaRPr lang="en-US" dirty="0"/>
              </a:p>
              <a:p>
                <a:r>
                  <a:rPr lang="en-US" dirty="0">
                    <a:hlinkClick r:id="rId20"/>
                  </a:rPr>
                  <a:t>https://comp.sys.arm.narkive.com/ReVomvmp/lsr-asr-ror-rrx</a:t>
                </a:r>
                <a:endParaRPr lang="en-US" dirty="0"/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6278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9154" name="Rectangle 1026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912557" y="4360439"/>
                <a:ext cx="5032887" cy="4128999"/>
              </a:xfr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txBody>
              <a:bodyPr lIns="91303" tIns="45651" rIns="91303" bIns="45651"/>
              <a:lstStyle/>
              <a:p>
                <a:r>
                  <a:rPr lang="en-US" dirty="0"/>
                  <a:t>The diagram summarizes ARM’s barrel shifter, a </a:t>
                </a:r>
                <a:r>
                  <a:rPr lang="en-US" dirty="0" err="1"/>
                  <a:t>datapath</a:t>
                </a:r>
                <a:r>
                  <a:rPr lang="en-US" dirty="0"/>
                  <a:t> unit that applies shifts/rotates to an operand as part of many ALU instructions, or via standalone shift ops. It shows what each variant does to the data and to the carry flag.</a:t>
                </a:r>
              </a:p>
              <a:p>
                <a:r>
                  <a:rPr lang="en-US" dirty="0"/>
                  <a:t>LSL (logical shift left): moves bits toward the MSB, fills zeros on the right, and if flags are set, C receives the last bit shifted out of bit 31. This models multiply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ar-AE" sz="1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for non-overflowing values.</a:t>
                </a:r>
                <a:r>
                  <a:rPr lang="en-US" dirty="0">
                    <a:hlinkClick r:id="rId3"/>
                  </a:rPr>
                  <a:t>developer.arm+1</a:t>
                </a:r>
                <a:endParaRPr lang="en-US" dirty="0"/>
              </a:p>
              <a:p>
                <a:r>
                  <a:rPr lang="en-US" dirty="0"/>
                  <a:t>LSR (logical shift right): moves bits toward the LSB, fills zeros on the left, and C gets the last bit shifted out of bit 0 when flag-setting. This is unsigned division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ar-AE" sz="1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/>
                  <a:t>.</a:t>
                </a:r>
                <a:r>
                  <a:rPr lang="en-US" dirty="0">
                    <a:hlinkClick r:id="rId4"/>
                  </a:rPr>
                  <a:t>davespace+1</a:t>
                </a:r>
                <a:endParaRPr lang="en-US" dirty="0"/>
              </a:p>
              <a:p>
                <a:r>
                  <a:rPr lang="en-US" dirty="0"/>
                  <a:t>ASR (arithmetic shift right): shifts right while replicating the sign bit into the vacated top bits, preserving </a:t>
                </a:r>
                <a:r>
                  <a:rPr lang="en-US" dirty="0" err="1"/>
                  <a:t>signedness</a:t>
                </a:r>
                <a:r>
                  <a:rPr lang="en-US" dirty="0"/>
                  <a:t>; C gets the last bit shifted out of bit 0. This is signed division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ar-AE" sz="1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with sign extension.</a:t>
                </a:r>
                <a:r>
                  <a:rPr lang="en-US" dirty="0">
                    <a:hlinkClick r:id="rId5"/>
                  </a:rPr>
                  <a:t>developer.arm+1</a:t>
                </a:r>
                <a:endParaRPr lang="en-US" dirty="0"/>
              </a:p>
              <a:p>
                <a:r>
                  <a:rPr lang="en-US" dirty="0"/>
                  <a:t>ROR (rotate right): rotates bits right with wraparound; bits leaving bit 0 re-enter at bit 31, and C receives the bit that wrapped. This is a pure rotation without data loss.</a:t>
                </a:r>
                <a:r>
                  <a:rPr lang="en-US" dirty="0">
                    <a:hlinkClick r:id="rId3"/>
                  </a:rPr>
                  <a:t>developer.arm+1</a:t>
                </a:r>
                <a:endParaRPr lang="en-US" dirty="0"/>
              </a:p>
              <a:p>
                <a:r>
                  <a:rPr lang="en-US" dirty="0"/>
                  <a:t>RRX (rotate right extended): rotates right by one through the carry flag, treating C as a 33rd bit; new bit 31 comes from old C, and C receives old bit 0. Useful for multiword shifts and certain crypto/bit-</a:t>
                </a:r>
                <a:r>
                  <a:rPr lang="en-US" dirty="0" err="1"/>
                  <a:t>manip</a:t>
                </a:r>
                <a:r>
                  <a:rPr lang="en-US" dirty="0"/>
                  <a:t> patterns.</a:t>
                </a:r>
                <a:r>
                  <a:rPr lang="en-US" dirty="0">
                    <a:hlinkClick r:id="rId6"/>
                  </a:rPr>
                  <a:t>armasm+1</a:t>
                </a:r>
                <a:endParaRPr lang="en-US" dirty="0"/>
              </a:p>
              <a:p>
                <a:r>
                  <a:rPr lang="en-US" dirty="0"/>
                  <a:t>Why there’s no “rotate left”</a:t>
                </a:r>
              </a:p>
              <a:p>
                <a:r>
                  <a:rPr lang="en-US" dirty="0"/>
                  <a:t>Rotate-left can be expressed as rotate-right by the complementary amount: ROL x, n equals ROR x, 32−n for 32-bit values, so only ROR/</a:t>
                </a:r>
                <a:r>
                  <a:rPr lang="en-US" dirty="0" err="1"/>
                  <a:t>rrx</a:t>
                </a:r>
                <a:r>
                  <a:rPr lang="en-US" dirty="0"/>
                  <a:t> are needed.</a:t>
                </a:r>
                <a:r>
                  <a:rPr lang="en-US" dirty="0">
                    <a:hlinkClick r:id="rId4"/>
                  </a:rPr>
                  <a:t>davespace+1</a:t>
                </a:r>
                <a:endParaRPr lang="en-US" dirty="0"/>
              </a:p>
              <a:p>
                <a:r>
                  <a:rPr lang="en-US" dirty="0"/>
                  <a:t>Usage tips</a:t>
                </a:r>
              </a:p>
              <a:p>
                <a:r>
                  <a:rPr lang="en-US" dirty="0"/>
                  <a:t>As an operand: ADD Rd, Rn, Rm, LSL #s performs the shift and add in one instruction using the barrel shifter.</a:t>
                </a:r>
                <a:r>
                  <a:rPr lang="en-US" dirty="0">
                    <a:hlinkClick r:id="rId7"/>
                  </a:rPr>
                  <a:t>altmer.arts-union+1</a:t>
                </a:r>
                <a:endParaRPr lang="en-US" dirty="0"/>
              </a:p>
              <a:p>
                <a:r>
                  <a:rPr lang="en-US" dirty="0"/>
                  <a:t>Flags: With the S suffix, N and Z come from the result, C becomes the last bit shifted out (or the wrapped bit for ROR/RRX), and V is unchanged.</a:t>
                </a:r>
                <a:r>
                  <a:rPr lang="en-US" dirty="0">
                    <a:hlinkClick r:id="rId8"/>
                  </a:rPr>
                  <a:t>stackoverflow+1</a:t>
                </a:r>
                <a:endParaRPr lang="en-US" dirty="0"/>
              </a:p>
              <a:p>
                <a:r>
                  <a:rPr lang="zh-CN" altLang="en-US" dirty="0">
                    <a:effectLst/>
                  </a:rPr>
                  <a:t>添加到后续问题</a:t>
                </a:r>
              </a:p>
              <a:p>
                <a:r>
                  <a:rPr lang="zh-CN" altLang="en-US" dirty="0">
                    <a:effectLst/>
                  </a:rPr>
                  <a:t>检查来源</a:t>
                </a:r>
              </a:p>
              <a:p>
                <a:r>
                  <a:rPr lang="en-US" dirty="0">
                    <a:hlinkClick r:id="rId3"/>
                  </a:rPr>
                  <a:t>https://developer.arm.com/documentation/den0013/latest/ARM-Thumb-Unified-Assembly-Language-Instructions/Data-processing-operations/Operand-2-and-the-barrel-shifter</a:t>
                </a:r>
                <a:endParaRPr lang="en-US" dirty="0"/>
              </a:p>
              <a:p>
                <a:r>
                  <a:rPr lang="en-US" dirty="0">
                    <a:hlinkClick r:id="rId4"/>
                  </a:rPr>
                  <a:t>https://www.davespace.co.uk/arm/introduction-to-arm/barrel-shifter.html</a:t>
                </a:r>
                <a:endParaRPr lang="en-US" dirty="0"/>
              </a:p>
              <a:p>
                <a:r>
                  <a:rPr lang="en-US" dirty="0">
                    <a:hlinkClick r:id="rId5"/>
                  </a:rPr>
                  <a:t>https://developer.arm.com/documentation/dui0204/j/Cjacbgca</a:t>
                </a:r>
                <a:endParaRPr lang="en-US" dirty="0"/>
              </a:p>
              <a:p>
                <a:r>
                  <a:rPr lang="en-US" dirty="0">
                    <a:hlinkClick r:id="rId6"/>
                  </a:rPr>
                  <a:t>https://armasm.com/docs/bit-operations/shifting/</a:t>
                </a:r>
                <a:endParaRPr lang="en-US" dirty="0"/>
              </a:p>
              <a:p>
                <a:r>
                  <a:rPr lang="en-US" dirty="0">
                    <a:hlinkClick r:id="rId7"/>
                  </a:rPr>
                  <a:t>http://altmer.arts-union.ru/3DO/docs/DevDocs/tktfldr/acbfldr/1acbc.html</a:t>
                </a:r>
                <a:endParaRPr lang="en-US" dirty="0"/>
              </a:p>
              <a:p>
                <a:r>
                  <a:rPr lang="en-US" dirty="0">
                    <a:hlinkClick r:id="rId8"/>
                  </a:rPr>
                  <a:t>https://stackoverflow.com/questions/66487890/why-different-ranges-of-permitted-shift-values-for-arm-lsl-vs-lsr</a:t>
                </a:r>
                <a:endParaRPr lang="en-US" dirty="0"/>
              </a:p>
              <a:p>
                <a:r>
                  <a:rPr lang="en-US" dirty="0">
                    <a:hlinkClick r:id="rId9"/>
                  </a:rPr>
                  <a:t>https://ppl-ai-file-upload.s3.amazonaws.com/web/direct-files/attachments/images/92151853/25626b68-d7c8-45f3-b49c-0cf781caf953/image.jpg?AWSAccessKeyId=ASIA2F3EMEYEUILL727D&amp;Signature=Cqm2JXG7dblHeBiRVNqnyQejMOc%3D&amp;x-amz-security-token=IQoJb3JpZ2luX2VjEDcaCXVzLWVhc3QtMSJHMEUCIA1qjOidmMRECFVULoTXY%2FGXcxrf44PZoTk27gNtqjSDAiEAsQAy1vwC0T2tfS8mUTrFQbGrQoRtYpM%2FdFzXJtQ83Bcq%2BgQIr%2F%2F%2F%2F%2F%2F%2F%2F%2F%2F%2FARABGgw2OTk3NTMzMDk3MDUiDDgtuRQjgbze42a9AirOBEpBoI9JdczENp2Ntn5rCIKZRBY6ksKZIZNw2D%2B5%2FXP9hmu%2F5GHt2T2qunPg8T0UzKvTVbaFmkJzJKi1rJXtdS8x5XB2UsV4Kd6NU20HMR0rDw6jrh1f67a5j0Neu3n%2BQftDtxhLMxZrTNjGhBs1C974eCw3BnY4RHrXr20jEKkrgzr1K%2BGyrxhsmdhGznWI7kw6Y6la4%2FlSzYtNZLMkEf%2FabScGIbuvB%2FM%2FA7d9BVzP1ca8L6yPdlkF65dDTjhM2GQoxR1G1Ir90Qbu%2FG5jdaMjuIimqI3pPUAozeUwkOudEX1l%2B6Pwo9IdV67adHxGeMdE2Ajf%2FTkLB7vH53c3HlDITEs6kIFjVqyQSq3uS0wBWMnUp2CygIB0jtRE1z%2BdHztfDr6olTMWWTb70Rc%2FFW0y%2BbrpacdZl%2F83dk8WD3eW9LNDA5a4N%2FBMCskBYPNcu4%2FZWf%2BZDAzc%2Fsx6uLUsnFC6bU1hxH4d0ZD%2BOL7En2fpDipGbrGKgdIuLoBKM0t%2BJ%2FiCj69HIughIyxC1v6GXJjg6gOvZ9hDQ9FHv0iR0Whjfi02O7K%2FG0k8WMmWqpv1GSzakAzTZtMeYc1M%2F%2BAqqSitYE3Re6vSh18pXMAkFarp7d7hfxpI763FFndZHFHev95jkJfd06fP%2Fey7C6PPZ70IWYs4KIByG27bLTDrvlMnxCJ8FTWqt1Cvk7xyi4KcWd3NMAq2Ad15vQMFOzD4206xT9ftEuKk8Fh02TQOuIAbeT6AwnUWyvICizPWHlYhKpMeI71Pmf%2BRlud4jrj%2FMIvirMYGOpoBNfym9R2CHVS4%2BnxLODEhRnu8nGo7wFDNUmiWtORjxy3I5%2BRiMugcXgfTEhOKrHu9Ifm6Iw81v%2B0OgqkENTcNK%2Bltda6dEzYhTHI9UBH8Vx2ZmmOg6g%2BOc4wUw17r36RzU1aiGAdeVpZX7zKuWVtdosr3heaZACntInjZBtOuqK9tIffAyULLvT8Uo7kAbgyIAjY%2FmyQIC8XKWw%3D%3D&amp;Expires=1758149168</a:t>
                </a:r>
                <a:endParaRPr lang="en-US" dirty="0"/>
              </a:p>
              <a:p>
                <a:r>
                  <a:rPr lang="en-US" dirty="0">
                    <a:hlinkClick r:id="rId10"/>
                  </a:rPr>
                  <a:t>https://www.youtube.com/watch?v=X560ZGrZ2qc</a:t>
                </a:r>
                <a:endParaRPr lang="en-US" dirty="0"/>
              </a:p>
              <a:p>
                <a:r>
                  <a:rPr lang="en-US" dirty="0">
                    <a:hlinkClick r:id="rId11"/>
                  </a:rPr>
                  <a:t>https://www.acsce.edu.in/acsce/wp-content/uploads/2020/03/MES-Module-2.pdf</a:t>
                </a:r>
                <a:endParaRPr lang="en-US" dirty="0"/>
              </a:p>
              <a:p>
                <a:r>
                  <a:rPr lang="en-US" dirty="0">
                    <a:hlinkClick r:id="rId12"/>
                  </a:rPr>
                  <a:t>https://www.rfwireless-world.com/interview-qa/barrel-shifter-in-arm-processors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9154" name="Rectangle 1026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912557" y="4360439"/>
                <a:ext cx="5032887" cy="4128999"/>
              </a:xfr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txBody>
              <a:bodyPr lIns="91303" tIns="45651" rIns="91303" bIns="45651"/>
              <a:lstStyle/>
              <a:p>
                <a:r>
                  <a:rPr lang="en-US" dirty="0"/>
                  <a:t>The diagram summarizes ARM’s barrel shifter, a </a:t>
                </a:r>
                <a:r>
                  <a:rPr lang="en-US" dirty="0" err="1"/>
                  <a:t>datapath</a:t>
                </a:r>
                <a:r>
                  <a:rPr lang="en-US" dirty="0"/>
                  <a:t> unit that applies shifts/rotates to an operand as part of many ALU instructions, or via standalone shift ops. It shows what each variant does to the data and to the carry flag.</a:t>
                </a:r>
              </a:p>
              <a:p>
                <a:r>
                  <a:rPr lang="en-US" dirty="0"/>
                  <a:t>LSL (logical shift left): moves bits toward the MSB, fills zeros on the right, and if flags are set, C receives the last bit shifted out of bit 31. This models multiply by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2^𝑛</a:t>
                </a:r>
                <a:r>
                  <a:rPr lang="en-US" dirty="0"/>
                  <a:t>for non-overflowing values.</a:t>
                </a:r>
                <a:r>
                  <a:rPr lang="en-US" dirty="0">
                    <a:hlinkClick r:id="rId13"/>
                  </a:rPr>
                  <a:t>developer.arm+1</a:t>
                </a:r>
                <a:endParaRPr lang="en-US" dirty="0"/>
              </a:p>
              <a:p>
                <a:r>
                  <a:rPr lang="en-US" dirty="0"/>
                  <a:t>LSR (logical shift right): moves bits toward the LSB, fills zeros on the left, and C gets the last bit shifted out of bit 0 when flag-setting. This is unsigned division by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2^𝑛</a:t>
                </a:r>
                <a:r>
                  <a:rPr lang="ar-AE" dirty="0"/>
                  <a:t>.</a:t>
                </a:r>
                <a:r>
                  <a:rPr lang="en-US" dirty="0">
                    <a:hlinkClick r:id="rId14"/>
                  </a:rPr>
                  <a:t>davespace+1</a:t>
                </a:r>
                <a:endParaRPr lang="en-US" dirty="0"/>
              </a:p>
              <a:p>
                <a:r>
                  <a:rPr lang="en-US" dirty="0"/>
                  <a:t>ASR (arithmetic shift right): shifts right while replicating the sign bit into the vacated top bits, preserving </a:t>
                </a:r>
                <a:r>
                  <a:rPr lang="en-US" dirty="0" err="1"/>
                  <a:t>signedness</a:t>
                </a:r>
                <a:r>
                  <a:rPr lang="en-US" dirty="0"/>
                  <a:t>; C gets the last bit shifted out of bit 0. This is signed division by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2^𝑛</a:t>
                </a:r>
                <a:r>
                  <a:rPr lang="en-US" dirty="0"/>
                  <a:t>with sign extension.</a:t>
                </a:r>
                <a:r>
                  <a:rPr lang="en-US" dirty="0">
                    <a:hlinkClick r:id="rId15"/>
                  </a:rPr>
                  <a:t>developer.arm+1</a:t>
                </a:r>
                <a:endParaRPr lang="en-US" dirty="0"/>
              </a:p>
              <a:p>
                <a:r>
                  <a:rPr lang="en-US" dirty="0"/>
                  <a:t>ROR (rotate right): rotates bits right with wraparound; bits leaving bit 0 re-enter at bit 31, and C receives the bit that wrapped. This is a pure rotation without data loss.</a:t>
                </a:r>
                <a:r>
                  <a:rPr lang="en-US" dirty="0">
                    <a:hlinkClick r:id="rId13"/>
                  </a:rPr>
                  <a:t>developer.arm+1</a:t>
                </a:r>
                <a:endParaRPr lang="en-US" dirty="0"/>
              </a:p>
              <a:p>
                <a:r>
                  <a:rPr lang="en-US" dirty="0"/>
                  <a:t>RRX (rotate right extended): rotates right by one through the carry flag, treating C as a 33rd bit; new bit 31 comes from old C, and C receives old bit 0. Useful for multiword shifts and certain crypto/bit-</a:t>
                </a:r>
                <a:r>
                  <a:rPr lang="en-US" dirty="0" err="1"/>
                  <a:t>manip</a:t>
                </a:r>
                <a:r>
                  <a:rPr lang="en-US" dirty="0"/>
                  <a:t> patterns.</a:t>
                </a:r>
                <a:r>
                  <a:rPr lang="en-US" dirty="0">
                    <a:hlinkClick r:id="rId16"/>
                  </a:rPr>
                  <a:t>armasm+1</a:t>
                </a:r>
                <a:endParaRPr lang="en-US" dirty="0"/>
              </a:p>
              <a:p>
                <a:r>
                  <a:rPr lang="en-US" dirty="0"/>
                  <a:t>Why there’s no “rotate left”</a:t>
                </a:r>
              </a:p>
              <a:p>
                <a:r>
                  <a:rPr lang="en-US" dirty="0"/>
                  <a:t>Rotate-left can be expressed as rotate-right by the complementary amount: ROL x, n equals ROR x, 32−n for 32-bit values, so only ROR/</a:t>
                </a:r>
                <a:r>
                  <a:rPr lang="en-US" dirty="0" err="1"/>
                  <a:t>rrx</a:t>
                </a:r>
                <a:r>
                  <a:rPr lang="en-US" dirty="0"/>
                  <a:t> are needed.</a:t>
                </a:r>
                <a:r>
                  <a:rPr lang="en-US" dirty="0">
                    <a:hlinkClick r:id="rId14"/>
                  </a:rPr>
                  <a:t>davespace+1</a:t>
                </a:r>
                <a:endParaRPr lang="en-US" dirty="0"/>
              </a:p>
              <a:p>
                <a:r>
                  <a:rPr lang="en-US" dirty="0"/>
                  <a:t>Usage tips</a:t>
                </a:r>
              </a:p>
              <a:p>
                <a:r>
                  <a:rPr lang="en-US" dirty="0"/>
                  <a:t>As an operand: ADD Rd, Rn, Rm, LSL #s performs the shift and add in one instruction using the barrel shifter.</a:t>
                </a:r>
                <a:r>
                  <a:rPr lang="en-US" dirty="0">
                    <a:hlinkClick r:id="rId17"/>
                  </a:rPr>
                  <a:t>altmer.arts-union+1</a:t>
                </a:r>
                <a:endParaRPr lang="en-US" dirty="0"/>
              </a:p>
              <a:p>
                <a:r>
                  <a:rPr lang="en-US" dirty="0"/>
                  <a:t>Flags: With the S suffix, N and Z come from the result, C becomes the last bit shifted out (or the wrapped bit for ROR/RRX), and V is unchanged.</a:t>
                </a:r>
                <a:r>
                  <a:rPr lang="en-US" dirty="0">
                    <a:hlinkClick r:id="rId18"/>
                  </a:rPr>
                  <a:t>stackoverflow+1</a:t>
                </a:r>
                <a:endParaRPr lang="en-US" dirty="0"/>
              </a:p>
              <a:p>
                <a:r>
                  <a:rPr lang="zh-CN" altLang="en-US" dirty="0">
                    <a:effectLst/>
                  </a:rPr>
                  <a:t>添加到后续问题</a:t>
                </a:r>
              </a:p>
              <a:p>
                <a:r>
                  <a:rPr lang="zh-CN" altLang="en-US" dirty="0">
                    <a:effectLst/>
                  </a:rPr>
                  <a:t>检查来源</a:t>
                </a:r>
              </a:p>
              <a:p>
                <a:r>
                  <a:rPr lang="en-US" dirty="0">
                    <a:hlinkClick r:id="rId13"/>
                  </a:rPr>
                  <a:t>https://developer.arm.com/documentation/den0013/latest/ARM-Thumb-Unified-Assembly-Language-Instructions/Data-processing-operations/Operand-2-and-the-barrel-shifter</a:t>
                </a:r>
                <a:endParaRPr lang="en-US" dirty="0"/>
              </a:p>
              <a:p>
                <a:r>
                  <a:rPr lang="en-US" dirty="0">
                    <a:hlinkClick r:id="rId14"/>
                  </a:rPr>
                  <a:t>https://www.davespace.co.uk/arm/introduction-to-arm/barrel-shifter.html</a:t>
                </a:r>
                <a:endParaRPr lang="en-US" dirty="0"/>
              </a:p>
              <a:p>
                <a:r>
                  <a:rPr lang="en-US" dirty="0">
                    <a:hlinkClick r:id="rId15"/>
                  </a:rPr>
                  <a:t>https://developer.arm.com/documentation/dui0204/j/Cjacbgca</a:t>
                </a:r>
                <a:endParaRPr lang="en-US" dirty="0"/>
              </a:p>
              <a:p>
                <a:r>
                  <a:rPr lang="en-US" dirty="0">
                    <a:hlinkClick r:id="rId16"/>
                  </a:rPr>
                  <a:t>https://armasm.com/docs/bit-operations/shifting/</a:t>
                </a:r>
                <a:endParaRPr lang="en-US" dirty="0"/>
              </a:p>
              <a:p>
                <a:r>
                  <a:rPr lang="en-US" dirty="0">
                    <a:hlinkClick r:id="rId17"/>
                  </a:rPr>
                  <a:t>http://altmer.arts-union.ru/3DO/docs/DevDocs/tktfldr/acbfldr/1acbc.html</a:t>
                </a:r>
                <a:endParaRPr lang="en-US" dirty="0"/>
              </a:p>
              <a:p>
                <a:r>
                  <a:rPr lang="en-US" dirty="0">
                    <a:hlinkClick r:id="rId18"/>
                  </a:rPr>
                  <a:t>https://stackoverflow.com/questions/66487890/why-different-ranges-of-permitted-shift-values-for-arm-lsl-vs-lsr</a:t>
                </a:r>
                <a:endParaRPr lang="en-US" dirty="0"/>
              </a:p>
              <a:p>
                <a:r>
                  <a:rPr lang="en-US" dirty="0">
                    <a:hlinkClick r:id="rId19"/>
                  </a:rPr>
                  <a:t>https://ppl-ai-file-upload.s3.amazonaws.com/web/direct-files/attachments/images/92151853/25626b68-d7c8-45f3-b49c-0cf781caf953/image.jpg?AWSAccessKeyId=ASIA2F3EMEYEUILL727D&amp;Signature=Cqm2JXG7dblHeBiRVNqnyQejMOc%3D&amp;x-amz-security-token=IQoJb3JpZ2luX2VjEDcaCXVzLWVhc3QtMSJHMEUCIA1qjOidmMRECFVULoTXY%2FGXcxrf44PZoTk27gNtqjSDAiEAsQAy1vwC0T2tfS8mUTrFQbGrQoRtYpM%2FdFzXJtQ83Bcq%2BgQIr%2F%2F%2F%2F%2F%2F%2F%2F%2F%2F%2FARABGgw2OTk3NTMzMDk3MDUiDDgtuRQjgbze42a9AirOBEpBoI9JdczENp2Ntn5rCIKZRBY6ksKZIZNw2D%2B5%2FXP9hmu%2F5GHt2T2qunPg8T0UzKvTVbaFmkJzJKi1rJXtdS8x5XB2UsV4Kd6NU20HMR0rDw6jrh1f67a5j0Neu3n%2BQftDtxhLMxZrTNjGhBs1C974eCw3BnY4RHrXr20jEKkrgzr1K%2BGyrxhsmdhGznWI7kw6Y6la4%2FlSzYtNZLMkEf%2FabScGIbuvB%2FM%2FA7d9BVzP1ca8L6yPdlkF65dDTjhM2GQoxR1G1Ir90Qbu%2FG5jdaMjuIimqI3pPUAozeUwkOudEX1l%2B6Pwo9IdV67adHxGeMdE2Ajf%2FTkLB7vH53c3HlDITEs6kIFjVqyQSq3uS0wBWMnUp2CygIB0jtRE1z%2BdHztfDr6olTMWWTb70Rc%2FFW0y%2BbrpacdZl%2F83dk8WD3eW9LNDA5a4N%2FBMCskBYPNcu4%2FZWf%2BZDAzc%2Fsx6uLUsnFC6bU1hxH4d0ZD%2BOL7En2fpDipGbrGKgdIuLoBKM0t%2BJ%2FiCj69HIughIyxC1v6GXJjg6gOvZ9hDQ9FHv0iR0Whjfi02O7K%2FG0k8WMmWqpv1GSzakAzTZtMeYc1M%2F%2BAqqSitYE3Re6vSh18pXMAkFarp7d7hfxpI763FFndZHFHev95jkJfd06fP%2Fey7C6PPZ70IWYs4KIByG27bLTDrvlMnxCJ8FTWqt1Cvk7xyi4KcWd3NMAq2Ad15vQMFOzD4206xT9ftEuKk8Fh02TQOuIAbeT6AwnUWyvICizPWHlYhKpMeI71Pmf%2BRlud4jrj%2FMIvirMYGOpoBNfym9R2CHVS4%2BnxLODEhRnu8nGo7wFDNUmiWtORjxy3I5%2BRiMugcXgfTEhOKrHu9Ifm6Iw81v%2B0OgqkENTcNK%2Bltda6dEzYhTHI9UBH8Vx2ZmmOg6g%2BOc4wUw17r36RzU1aiGAdeVpZX7zKuWVtdosr3heaZACntInjZBtOuqK9tIffAyULLvT8Uo7kAbgyIAjY%2FmyQIC8XKWw%3D%3D&amp;Expires=1758149168</a:t>
                </a:r>
                <a:endParaRPr lang="en-US" dirty="0"/>
              </a:p>
              <a:p>
                <a:r>
                  <a:rPr lang="en-US" dirty="0">
                    <a:hlinkClick r:id="rId20"/>
                  </a:rPr>
                  <a:t>https://www.youtube.com/watch?v=X560ZGrZ2qc</a:t>
                </a:r>
                <a:endParaRPr lang="en-US" dirty="0"/>
              </a:p>
              <a:p>
                <a:r>
                  <a:rPr lang="en-US" dirty="0">
                    <a:hlinkClick r:id="rId21"/>
                  </a:rPr>
                  <a:t>https://www.acsce.edu.in/acsce/wp-content/uploads/2020/03/MES-Module-2.pdf</a:t>
                </a:r>
                <a:endParaRPr lang="en-US" dirty="0"/>
              </a:p>
              <a:p>
                <a:r>
                  <a:rPr lang="en-US" dirty="0">
                    <a:hlinkClick r:id="rId22"/>
                  </a:rPr>
                  <a:t>https://www.rfwireless-world.com/interview-qa/barrel-shifter-in-arm-processors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5713" y="855663"/>
            <a:ext cx="4357687" cy="3270250"/>
          </a:xfrm>
          <a:ln/>
        </p:spPr>
      </p:sp>
    </p:spTree>
    <p:extLst>
      <p:ext uri="{BB962C8B-B14F-4D97-AF65-F5344CB8AC3E}">
        <p14:creationId xmlns:p14="http://schemas.microsoft.com/office/powerpoint/2010/main" val="23891355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ill Sans Light"/>
              </a:rPr>
              <a:t>Useful for multiword shifts and certain crypto/bit-</a:t>
            </a:r>
            <a:r>
              <a:rPr lang="en-US" dirty="0" err="1">
                <a:latin typeface="Gill Sans Light"/>
              </a:rPr>
              <a:t>manip</a:t>
            </a:r>
            <a:r>
              <a:rPr lang="en-US" dirty="0">
                <a:latin typeface="Gill Sans Light"/>
              </a:rPr>
              <a:t> patterns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LSR (used here)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Always fills with zeros, converting the negative value to a large positive number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Would preserve the sign bit, maintaining the negative value (-4096)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1050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https://www.davespace.co.uk/arm/introduction-to-arm/barrel-shifter.html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4816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RSB r5, r5, r5, LSL #5 computes a reverse-subtract using the barrel shifter on the second operand, giving r5 = (r5 &lt;&lt; 5) − r5.</a:t>
            </a:r>
          </a:p>
          <a:p>
            <a:r>
              <a:rPr lang="en-US" dirty="0"/>
              <a:t>RSB is “Reverse </a:t>
            </a:r>
            <a:r>
              <a:rPr lang="en-US" dirty="0" err="1"/>
              <a:t>SuBtract</a:t>
            </a:r>
            <a:r>
              <a:rPr lang="en-US" dirty="0"/>
              <a:t>”: result = Operand2 − Rn, not Rn − Operand2.</a:t>
            </a:r>
          </a:p>
          <a:p>
            <a:r>
              <a:rPr lang="en-US" dirty="0"/>
              <a:t>Here, Rn is r5, and Operand2 is r5 logically shifted left by 5 bits.</a:t>
            </a:r>
          </a:p>
          <a:p>
            <a:r>
              <a:rPr lang="en-US" dirty="0"/>
              <a:t>Thus Operand2 = r5 × 2^5 = 32·r5, so the operation is r5 = 32·r5 − r5 = 31·r5.</a:t>
            </a:r>
          </a:p>
          <a:p>
            <a:r>
              <a:rPr lang="en-US" dirty="0"/>
              <a:t>No flags are updated because there is no S suffix.</a:t>
            </a:r>
          </a:p>
          <a:p>
            <a:r>
              <a:rPr lang="en-US" dirty="0"/>
              <a:t>Intuition and uses</a:t>
            </a:r>
          </a:p>
          <a:p>
            <a:r>
              <a:rPr lang="en-US" dirty="0"/>
              <a:t>It’s a strength-reduction trick: multiply by 31 using one instruction by combining a shift and a subtract in the ALU’s flexible operand path.</a:t>
            </a:r>
          </a:p>
          <a:p>
            <a:r>
              <a:rPr lang="en-US" dirty="0"/>
              <a:t>Equivalent sequences:</a:t>
            </a:r>
          </a:p>
          <a:p>
            <a:pPr lvl="1"/>
            <a:r>
              <a:rPr lang="en-US" dirty="0"/>
              <a:t>SUB r5, r5, r5, LSR #? is different; SUB would compute r5 − (r5 &gt;&gt; n).</a:t>
            </a:r>
          </a:p>
          <a:p>
            <a:pPr lvl="1"/>
            <a:r>
              <a:rPr lang="en-US" dirty="0"/>
              <a:t>RSB r5, r5, r5, LSL #k generally yields r5 = (2^k − 1)·r5. For k=5, multiplier is 31.</a:t>
            </a:r>
          </a:p>
          <a:p>
            <a:r>
              <a:rPr lang="en-US" dirty="0">
                <a:hlinkClick r:id="rId3"/>
              </a:rPr>
              <a:t>https://developer.arm.com/documentation/ddi0597/latest/Base-Instructions/RSB--RSBS--register---Reverse-Subtract--register--</a:t>
            </a:r>
            <a:endParaRPr lang="en-US" dirty="0"/>
          </a:p>
          <a:p>
            <a:r>
              <a:rPr lang="en-US" dirty="0">
                <a:hlinkClick r:id="rId4"/>
              </a:rPr>
              <a:t>https://developer.arm.com/documentation/dui0231/latest/arm-instruction-reference/arm-general-data-processing-instructions/add--sub--rsb--adc--sbc--and-rsc</a:t>
            </a:r>
            <a:endParaRPr lang="en-US" dirty="0"/>
          </a:p>
          <a:p>
            <a:r>
              <a:rPr lang="en-US" dirty="0">
                <a:hlinkClick r:id="rId5"/>
              </a:rPr>
              <a:t>https://stackoverflow.com/questions/42042832/what-does-this-rsb-instruction-do-with-an-extra-lsl-1-operand</a:t>
            </a:r>
            <a:endParaRPr lang="en-US" dirty="0"/>
          </a:p>
          <a:p>
            <a:r>
              <a:rPr lang="en-US" dirty="0">
                <a:hlinkClick r:id="rId6"/>
              </a:rPr>
              <a:t>https://www.csie.ntu.edu.tw/~cyy/courses/assembly/12fall/lectures/handouts/lec09_ARMisa.pdf</a:t>
            </a:r>
            <a:endParaRPr lang="en-US" dirty="0"/>
          </a:p>
          <a:p>
            <a:r>
              <a:rPr lang="en-US" dirty="0">
                <a:hlinkClick r:id="rId7"/>
              </a:rPr>
              <a:t>https://iitd-plos.github.io/col718/ref/arm-instructionset.pdf</a:t>
            </a:r>
            <a:endParaRPr lang="en-US" dirty="0"/>
          </a:p>
          <a:p>
            <a:r>
              <a:rPr lang="en-US" dirty="0">
                <a:hlinkClick r:id="rId8"/>
              </a:rPr>
              <a:t>https://web.cs.umass.edu/~weems/homepage/335-Notes/ewExternalFiles/Lecture%2015.pdf</a:t>
            </a:r>
            <a:endParaRPr lang="en-US" dirty="0"/>
          </a:p>
          <a:p>
            <a:r>
              <a:rPr lang="en-US" dirty="0">
                <a:hlinkClick r:id="rId9"/>
              </a:rPr>
              <a:t>https://cseweb.ucsd.edu/classes/wi14/cse30-c/lectures/PI_WI_14_CSE30_lecture_8_post.pdf</a:t>
            </a:r>
            <a:endParaRPr lang="en-US" dirty="0"/>
          </a:p>
          <a:p>
            <a:r>
              <a:rPr lang="en-US" dirty="0">
                <a:hlinkClick r:id="rId10"/>
              </a:rPr>
              <a:t>https://keleshev.com/compiling-to-assembly-from-scratch/07-arm-assembly-programming</a:t>
            </a:r>
            <a:endParaRPr lang="en-US" dirty="0"/>
          </a:p>
          <a:p>
            <a:r>
              <a:rPr lang="en-US" dirty="0">
                <a:hlinkClick r:id="rId11"/>
              </a:rPr>
              <a:t>https://salmanarif.bitbucket.io/visual/supported_instructions.html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9873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fundamental difference is that RSB reverses the order of the operands in the subtraction operation.</a:t>
            </a:r>
          </a:p>
          <a:p>
            <a:r>
              <a:rPr lang="pt-BR" dirty="0"/>
              <a:t>@ Negation</a:t>
            </a:r>
          </a:p>
          <a:p>
            <a:r>
              <a:rPr lang="pt-BR" dirty="0"/>
              <a:t>RSB R0, R0, #0          @ R0 = -R0</a:t>
            </a:r>
          </a:p>
          <a:p>
            <a:endParaRPr lang="pt-BR" dirty="0"/>
          </a:p>
          <a:p>
            <a:r>
              <a:rPr lang="pt-BR" dirty="0"/>
              <a:t>@ Subtract from constant  </a:t>
            </a:r>
          </a:p>
          <a:p>
            <a:r>
              <a:rPr lang="pt-BR" dirty="0"/>
              <a:t>RSB R2, R4, #100        @ R2 = 100 - R4</a:t>
            </a:r>
          </a:p>
          <a:p>
            <a:endParaRPr lang="pt-BR" dirty="0"/>
          </a:p>
          <a:p>
            <a:r>
              <a:rPr lang="pt-BR" dirty="0"/>
              <a:t>@ Shift and subtract</a:t>
            </a:r>
          </a:p>
          <a:p>
            <a:r>
              <a:rPr lang="pt-BR" dirty="0"/>
              <a:t>RSB R1, R2, R3, LSL #2  @ R1 = (R3 &lt;&lt; 2) - R2</a:t>
            </a:r>
          </a:p>
          <a:p>
            <a:endParaRPr lang="pt-BR" dirty="0"/>
          </a:p>
          <a:p>
            <a:r>
              <a:rPr lang="pt-BR" dirty="0"/>
              <a:t>@ Compare with SUB equivalent</a:t>
            </a:r>
          </a:p>
          <a:p>
            <a:r>
              <a:rPr lang="pt-BR" dirty="0"/>
              <a:t>SUB R5, R3, #10         @ R5 = R3 - 10</a:t>
            </a:r>
          </a:p>
          <a:p>
            <a:r>
              <a:rPr lang="pt-BR" dirty="0"/>
              <a:t>RSB R5, R3, #10         @ R5 = 10 - R3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9674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595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Carry = bit that was shifted out from bit 0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RRXS (Rotate Right Extended): Carry = bit that was rotated from bit 0 to bit 31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770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if </a:t>
            </a:r>
            <a:r>
              <a:rPr lang="en-US" sz="1200" dirty="0" err="1">
                <a:latin typeface="Consolas" panose="020B0609020204030204" pitchFamily="49" charset="0"/>
              </a:rPr>
              <a:t>ConditionPassed</a:t>
            </a:r>
            <a:r>
              <a:rPr lang="en-US" sz="1200" dirty="0">
                <a:latin typeface="Consolas" panose="020B0609020204030204" pitchFamily="49" charset="0"/>
              </a:rPr>
              <a:t>() then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</a:rPr>
              <a:t>EncodingSpecificOperations</a:t>
            </a:r>
            <a:r>
              <a:rPr lang="en-US" sz="12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(shifted,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carry</a:t>
            </a:r>
            <a:r>
              <a:rPr lang="en-US" sz="1200" dirty="0">
                <a:latin typeface="Consolas" panose="020B0609020204030204" pitchFamily="49" charset="0"/>
              </a:rPr>
              <a:t>) = </a:t>
            </a:r>
            <a:r>
              <a:rPr lang="en-US" sz="1200" dirty="0" err="1">
                <a:latin typeface="Consolas" panose="020B0609020204030204" pitchFamily="49" charset="0"/>
              </a:rPr>
              <a:t>Shift_C</a:t>
            </a:r>
            <a:r>
              <a:rPr lang="en-US" sz="1200" dirty="0">
                <a:latin typeface="Consolas" panose="020B0609020204030204" pitchFamily="49" charset="0"/>
              </a:rPr>
              <a:t>(R[m], </a:t>
            </a:r>
            <a:r>
              <a:rPr lang="en-US" sz="1200" dirty="0" err="1">
                <a:latin typeface="Consolas" panose="020B0609020204030204" pitchFamily="49" charset="0"/>
              </a:rPr>
              <a:t>shift_t</a:t>
            </a:r>
            <a:r>
              <a:rPr lang="en-US" sz="1200" dirty="0">
                <a:latin typeface="Consolas" panose="020B0609020204030204" pitchFamily="49" charset="0"/>
              </a:rPr>
              <a:t>, </a:t>
            </a:r>
            <a:r>
              <a:rPr lang="en-US" sz="1200" dirty="0" err="1">
                <a:latin typeface="Consolas" panose="020B0609020204030204" pitchFamily="49" charset="0"/>
              </a:rPr>
              <a:t>shift_n</a:t>
            </a:r>
            <a:r>
              <a:rPr lang="en-US" sz="1200" dirty="0">
                <a:latin typeface="Consolas" panose="020B0609020204030204" pitchFamily="49" charset="0"/>
              </a:rPr>
              <a:t>,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APSR.C</a:t>
            </a:r>
            <a:r>
              <a:rPr lang="en-US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result = R[n] AND shifted;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R[d] = result;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if </a:t>
            </a:r>
            <a:r>
              <a:rPr lang="en-US" sz="1200" dirty="0" err="1">
                <a:latin typeface="Consolas" panose="020B0609020204030204" pitchFamily="49" charset="0"/>
              </a:rPr>
              <a:t>setflags</a:t>
            </a:r>
            <a:r>
              <a:rPr lang="en-US" sz="1200" dirty="0">
                <a:latin typeface="Consolas" panose="020B0609020204030204" pitchFamily="49" charset="0"/>
              </a:rPr>
              <a:t> then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APSR.N = result&lt;31&gt;;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APSR.Z = </a:t>
            </a:r>
            <a:r>
              <a:rPr lang="en-US" sz="1200" dirty="0" err="1">
                <a:latin typeface="Consolas" panose="020B0609020204030204" pitchFamily="49" charset="0"/>
              </a:rPr>
              <a:t>IsZeroBit</a:t>
            </a:r>
            <a:r>
              <a:rPr lang="en-US" sz="1200" dirty="0">
                <a:latin typeface="Consolas" panose="020B0609020204030204" pitchFamily="49" charset="0"/>
              </a:rPr>
              <a:t>(result);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APSR.C =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carry</a:t>
            </a:r>
            <a:r>
              <a:rPr lang="en-US" sz="12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// APSR.V unchanged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762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0x00000001 + 0xFFFFFE00 = 0xFFFFFE01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37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aseline="0" dirty="0"/>
              <a:t>A bit can be ‘toggled’ (changed) – without knowing its initial value – by </a:t>
            </a:r>
            <a:r>
              <a:rPr lang="en-US" sz="1200" baseline="0" dirty="0" err="1"/>
              <a:t>XORing</a:t>
            </a:r>
            <a:r>
              <a:rPr lang="en-US" sz="1200" baseline="0"/>
              <a:t> it with a “1”.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3404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aseline="0" dirty="0"/>
              <a:t>A bit can be ‘toggled’ (changed) – without knowing its initial value – by </a:t>
            </a:r>
            <a:r>
              <a:rPr lang="en-US" sz="1200" baseline="0" dirty="0" err="1"/>
              <a:t>XORing</a:t>
            </a:r>
            <a:r>
              <a:rPr lang="en-US" sz="1200" baseline="0"/>
              <a:t> it with a “1”.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475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966FEA0E-C2DF-4252-97AD-54F2B7E07EAC}" type="datetime1">
              <a:rPr lang="en-US" smtClean="0"/>
              <a:pPr eaLnBrk="1" latinLnBrk="0" hangingPunct="1"/>
              <a:t>9/30/2025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CD88620-7329-4FC3-B65D-4EA691138F1B}" type="datetime1">
              <a:rPr lang="en-US" smtClean="0"/>
              <a:pPr eaLnBrk="1" latinLnBrk="0" hangingPunct="1"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0E46F3A1-5653-427D-9F78-56077401431A}" type="datetime1">
              <a:rPr lang="en-US" smtClean="0"/>
              <a:pPr eaLnBrk="1" latinLnBrk="0" hangingPunct="1"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67FC03-415A-45F0-B002-DF181377F7DC}" type="datetime1">
              <a:rPr lang="en-US" smtClean="0"/>
              <a:pPr eaLnBrk="1" latinLnBrk="0" hangingPunct="1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B6FC726-A0B4-4FC7-90F5-F17415A5C1A3}" type="datetime1">
              <a:rPr lang="en-US" smtClean="0"/>
              <a:pPr eaLnBrk="1" latinLnBrk="0" hangingPunct="1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E217211-C3F9-4892-9CC3-C7105638567D}" type="datetime1">
              <a:rPr lang="en-US" smtClean="0"/>
              <a:pPr eaLnBrk="1" latinLnBrk="0" hangingPunct="1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A713E6A-6B26-4373-A75B-EF395DC64F9E}" type="datetime1">
              <a:rPr lang="en-US" smtClean="0"/>
              <a:pPr eaLnBrk="1" latinLnBrk="0" hangingPunct="1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7EB41EF-4260-415A-8DD6-FEDCC46E7EFC}" type="datetime1">
              <a:rPr lang="en-US" smtClean="0"/>
              <a:pPr eaLnBrk="1" latinLnBrk="0" hangingPunct="1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BDA80A0-06CC-4492-94A0-E8516751045E}" type="datetime1">
              <a:rPr lang="en-US" smtClean="0"/>
              <a:pPr eaLnBrk="1" latinLnBrk="0" hangingPunct="1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9EF9524-0CAA-4F98-BAC2-CE6B712F5E94}" type="datetime1">
              <a:rPr lang="en-US" smtClean="0"/>
              <a:pPr eaLnBrk="1" latinLnBrk="0" hangingPunct="1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20516D-6F89-4C89-8307-32A716E22875}" type="datetime1">
              <a:rPr lang="en-US" smtClean="0"/>
              <a:pPr eaLnBrk="1" latinLnBrk="0" hangingPunct="1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A25B5B4B-57EE-495D-8E74-A657CFD8BB6C}" type="datetime1">
              <a:rPr lang="en-US" smtClean="0"/>
              <a:pPr eaLnBrk="1" latinLnBrk="0" hangingPunct="1"/>
              <a:t>9/30/2025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tif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2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GJibM1D2_A&amp;list=PLRJhV4hUhIymmp5CCeIFPyxbknsdcXCc8&amp;index=26" TargetMode="External"/><Relationship Id="rId2" Type="http://schemas.openxmlformats.org/officeDocument/2006/relationships/hyperlink" Target="https://www.youtube.com/watch?v=H-vOP2yRUj4&amp;list=PLRJhV4hUhIymmp5CCeIFPyxbknsdcXCc8&amp;index=25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5175" y="1828800"/>
            <a:ext cx="58142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4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ARM Arithmetic and Logic Instructions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69590-944C-2F0D-5FE5-A89C06E0D2BF}"/>
              </a:ext>
            </a:extLst>
          </p:cNvPr>
          <p:cNvSpPr txBox="1"/>
          <p:nvPr/>
        </p:nvSpPr>
        <p:spPr>
          <a:xfrm>
            <a:off x="709138" y="6355080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22763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DBC27-D352-D5ED-D2D3-2B065BAA2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Programming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98BC92-75C1-FEAB-3A42-0BFBFC761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9A1209-DA39-1B98-2564-CF448106878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20">
            <a:extLst>
              <a:ext uri="{FF2B5EF4-FFF2-40B4-BE49-F238E27FC236}">
                <a16:creationId xmlns:a16="http://schemas.microsoft.com/office/drawing/2014/main" id="{7A90BA5F-D460-866D-8A3B-E5AAF1209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6303" y="1929440"/>
            <a:ext cx="1943100" cy="4000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350" b="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199217F8-3B14-6660-C58D-886940206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7247" y="1690645"/>
            <a:ext cx="380232" cy="3231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500" b="0">
                <a:solidFill>
                  <a:prstClr val="black"/>
                </a:solidFill>
                <a:latin typeface="Calibri"/>
              </a:rPr>
              <a:t>31</a:t>
            </a:r>
          </a:p>
        </p:txBody>
      </p:sp>
      <p:sp>
        <p:nvSpPr>
          <p:cNvPr id="7" name="Text Box 22">
            <a:extLst>
              <a:ext uri="{FF2B5EF4-FFF2-40B4-BE49-F238E27FC236}">
                <a16:creationId xmlns:a16="http://schemas.microsoft.com/office/drawing/2014/main" id="{16DC8768-E016-620D-DCB3-C48D5F75A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3653" y="1679929"/>
            <a:ext cx="282450" cy="3231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500" b="0" dirty="0">
                <a:solidFill>
                  <a:prstClr val="black"/>
                </a:solidFill>
                <a:latin typeface="Calibri"/>
              </a:rPr>
              <a:t>0</a:t>
            </a:r>
          </a:p>
        </p:txBody>
      </p:sp>
      <p:graphicFrame>
        <p:nvGraphicFramePr>
          <p:cNvPr id="8" name="Group 560">
            <a:extLst>
              <a:ext uri="{FF2B5EF4-FFF2-40B4-BE49-F238E27FC236}">
                <a16:creationId xmlns:a16="http://schemas.microsoft.com/office/drawing/2014/main" id="{E1C6736B-70D6-1990-3EAC-B3CF8F4EC6FE}"/>
              </a:ext>
            </a:extLst>
          </p:cNvPr>
          <p:cNvGraphicFramePr>
            <a:graphicFrameLocks/>
          </p:cNvGraphicFramePr>
          <p:nvPr/>
        </p:nvGraphicFramePr>
        <p:xfrm>
          <a:off x="1539572" y="1778701"/>
          <a:ext cx="2857500" cy="4023232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R0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R2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R3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R4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R5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R6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R7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R8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R9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R10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R11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R12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R13: Stack Pointer (SP)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R14: Link Register (LR)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R15: Program Counter (PC)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5BA99A53-6B2E-FCFE-91C1-E5A027810349}"/>
              </a:ext>
            </a:extLst>
          </p:cNvPr>
          <p:cNvSpPr/>
          <p:nvPr/>
        </p:nvSpPr>
        <p:spPr>
          <a:xfrm>
            <a:off x="5226303" y="1929440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350" b="0" dirty="0">
                <a:solidFill>
                  <a:prstClr val="black"/>
                </a:solidFill>
                <a:latin typeface="Calibri"/>
              </a:rPr>
              <a:t>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E7D571-2AAA-1D14-2A9E-6F20478FA858}"/>
              </a:ext>
            </a:extLst>
          </p:cNvPr>
          <p:cNvSpPr/>
          <p:nvPr/>
        </p:nvSpPr>
        <p:spPr>
          <a:xfrm>
            <a:off x="5388425" y="1929162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350" b="0" dirty="0">
                <a:solidFill>
                  <a:prstClr val="black"/>
                </a:solidFill>
                <a:latin typeface="Calibri"/>
              </a:rPr>
              <a:t>Z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5F27B4-F838-4CF4-2AAA-397A64FA6A55}"/>
              </a:ext>
            </a:extLst>
          </p:cNvPr>
          <p:cNvSpPr/>
          <p:nvPr/>
        </p:nvSpPr>
        <p:spPr>
          <a:xfrm>
            <a:off x="5550548" y="1928605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350" b="0" dirty="0">
                <a:solidFill>
                  <a:prstClr val="black"/>
                </a:solidFill>
                <a:latin typeface="Calibri"/>
              </a:rPr>
              <a:t>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FD1CBF-7F8E-7A40-0B2C-2D948AD6A7B4}"/>
              </a:ext>
            </a:extLst>
          </p:cNvPr>
          <p:cNvSpPr/>
          <p:nvPr/>
        </p:nvSpPr>
        <p:spPr>
          <a:xfrm>
            <a:off x="5710289" y="1928604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350" b="0" dirty="0">
                <a:solidFill>
                  <a:prstClr val="black"/>
                </a:solidFill>
                <a:latin typeface="Calibri"/>
              </a:rPr>
              <a:t>V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E196E5-893D-8861-8E4F-58FE7803929A}"/>
              </a:ext>
            </a:extLst>
          </p:cNvPr>
          <p:cNvSpPr/>
          <p:nvPr/>
        </p:nvSpPr>
        <p:spPr>
          <a:xfrm>
            <a:off x="4763999" y="2364019"/>
            <a:ext cx="294189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350" b="0" dirty="0">
                <a:solidFill>
                  <a:prstClr val="black"/>
                </a:solidFill>
                <a:latin typeface="Calibri"/>
              </a:rPr>
              <a:t>CPSR (Current Program Status Register)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97F073F8-9841-45BA-7FCE-1360635833CF}"/>
              </a:ext>
            </a:extLst>
          </p:cNvPr>
          <p:cNvSpPr txBox="1">
            <a:spLocks noChangeArrowheads="1"/>
          </p:cNvSpPr>
          <p:nvPr/>
        </p:nvSpPr>
        <p:spPr>
          <a:xfrm>
            <a:off x="4492826" y="2639495"/>
            <a:ext cx="4230773" cy="339447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 fontAlgn="auto">
              <a:spcAft>
                <a:spcPts val="0"/>
              </a:spcAft>
            </a:pPr>
            <a:r>
              <a:rPr lang="en-US" sz="2400" b="0" dirty="0">
                <a:solidFill>
                  <a:prstClr val="black"/>
                </a:solidFill>
                <a:latin typeface="Calibri"/>
              </a:rPr>
              <a:t>Every arithmetic, logical, or shifting operation sets </a:t>
            </a:r>
            <a:r>
              <a:rPr lang="en-US" sz="2400" b="0" dirty="0" err="1">
                <a:solidFill>
                  <a:prstClr val="black"/>
                </a:solidFill>
                <a:latin typeface="Calibri"/>
              </a:rPr>
              <a:t>xPSR</a:t>
            </a:r>
            <a:r>
              <a:rPr lang="en-US" sz="2400" b="0" dirty="0">
                <a:solidFill>
                  <a:prstClr val="black"/>
                </a:solidFill>
                <a:latin typeface="Calibri"/>
              </a:rPr>
              <a:t> bits:</a:t>
            </a:r>
          </a:p>
          <a:p>
            <a:pPr marL="557213" lvl="1" indent="-214313" defTabSz="342900" fontAlgn="auto">
              <a:spcAft>
                <a:spcPts val="0"/>
              </a:spcAft>
            </a:pPr>
            <a:r>
              <a:rPr lang="en-US" sz="2100" b="0" dirty="0">
                <a:solidFill>
                  <a:prstClr val="black"/>
                </a:solidFill>
                <a:latin typeface="Calibri"/>
              </a:rPr>
              <a:t>N (negative), Z (zero), C (carry), V (overflow).</a:t>
            </a:r>
          </a:p>
        </p:txBody>
      </p:sp>
    </p:spTree>
    <p:extLst>
      <p:ext uri="{BB962C8B-B14F-4D97-AF65-F5344CB8AC3E}">
        <p14:creationId xmlns:p14="http://schemas.microsoft.com/office/powerpoint/2010/main" val="3011235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90645-6FD1-CE46-4324-050D09A30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NZCV Flags in </a:t>
            </a:r>
            <a:r>
              <a:rPr lang="en-US" altLang="zh-CN" dirty="0" err="1"/>
              <a:t>xPSR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E1F94D-DEA5-402E-93A5-46BE7FF09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828B78-2B8F-3B9F-09B7-EBDBBAB74AF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2168744"/>
            <a:ext cx="8229600" cy="39882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dirty="0"/>
              <a:t>: 1/0 = Result from ALU is </a:t>
            </a:r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dirty="0"/>
              <a:t>egative/positive</a:t>
            </a:r>
          </a:p>
          <a:p>
            <a:r>
              <a:rPr lang="en-US" dirty="0">
                <a:solidFill>
                  <a:srgbClr val="FF0000"/>
                </a:solidFill>
              </a:rPr>
              <a:t>Z</a:t>
            </a:r>
            <a:r>
              <a:rPr lang="en-US" dirty="0"/>
              <a:t>: 1/0 = Result from ALU is </a:t>
            </a:r>
            <a:r>
              <a:rPr lang="en-US" dirty="0">
                <a:solidFill>
                  <a:srgbClr val="FF0000"/>
                </a:solidFill>
              </a:rPr>
              <a:t>Z</a:t>
            </a:r>
            <a:r>
              <a:rPr lang="en-US" dirty="0"/>
              <a:t>ero/non-zero</a:t>
            </a:r>
          </a:p>
          <a:p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:  Three cases:</a:t>
            </a:r>
          </a:p>
          <a:p>
            <a:pPr lvl="1"/>
            <a:r>
              <a:rPr lang="en-US" dirty="0"/>
              <a:t>1/0 = ALU addition 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arry out/no carry out</a:t>
            </a:r>
          </a:p>
          <a:p>
            <a:pPr lvl="1"/>
            <a:r>
              <a:rPr lang="en-US" dirty="0"/>
              <a:t>1/0 = ALU subtraction no borrow/borrow</a:t>
            </a:r>
          </a:p>
          <a:p>
            <a:pPr lvl="1"/>
            <a:r>
              <a:rPr lang="en-US" dirty="0"/>
              <a:t>1/0 = Bit shifted/rotated out</a:t>
            </a:r>
          </a:p>
          <a:p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dirty="0"/>
              <a:t>: 1/0 = ALU </a:t>
            </a:r>
            <a:r>
              <a:rPr lang="en-US" dirty="0" err="1"/>
              <a:t>o</a:t>
            </a:r>
            <a:r>
              <a:rPr lang="en-US" dirty="0" err="1">
                <a:solidFill>
                  <a:srgbClr val="FF0000"/>
                </a:solidFill>
              </a:rPr>
              <a:t>V</a:t>
            </a:r>
            <a:r>
              <a:rPr lang="en-US" dirty="0" err="1"/>
              <a:t>erflowed</a:t>
            </a:r>
            <a:r>
              <a:rPr lang="en-US" dirty="0"/>
              <a:t>/no overflow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BAAC50-A0EF-58E7-7671-16186A17A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72" y="1447800"/>
            <a:ext cx="8229600" cy="4161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B5F5E2-5B86-CA26-8075-48823F6D6E30}"/>
              </a:ext>
            </a:extLst>
          </p:cNvPr>
          <p:cNvSpPr txBox="1"/>
          <p:nvPr/>
        </p:nvSpPr>
        <p:spPr>
          <a:xfrm>
            <a:off x="6577361" y="3586019"/>
            <a:ext cx="2207272" cy="10772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Borrow and carry share the same flag bit.</a:t>
            </a:r>
          </a:p>
          <a:p>
            <a:r>
              <a:rPr lang="en-US" sz="1600" dirty="0"/>
              <a:t>For unsigned subtract, Borrow = NOT Carry</a:t>
            </a:r>
          </a:p>
        </p:txBody>
      </p:sp>
    </p:spTree>
    <p:extLst>
      <p:ext uri="{BB962C8B-B14F-4D97-AF65-F5344CB8AC3E}">
        <p14:creationId xmlns:p14="http://schemas.microsoft.com/office/powerpoint/2010/main" val="3245517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F0D1C-EF98-6F56-3A56-971A96F84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DEB74C-5A3E-D771-CCB5-BAC129495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80E1E43-0081-0DD9-199B-A2938FE3A147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553696825"/>
              </p:ext>
            </p:extLst>
          </p:nvPr>
        </p:nvGraphicFramePr>
        <p:xfrm>
          <a:off x="612648" y="1351280"/>
          <a:ext cx="2206752" cy="388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752">
                  <a:extLst>
                    <a:ext uri="{9D8B030D-6E8A-4147-A177-3AD203B41FA5}">
                      <a16:colId xmlns:a16="http://schemas.microsoft.com/office/drawing/2014/main" val="298700944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6358206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Does not set flags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Sets flags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764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240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030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MULS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813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UDIV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UDIVS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24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480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ORR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745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LSL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LSLS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710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MOVS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7865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C6EC76D-79A2-5937-8638-8C407A84E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-26020"/>
            <a:ext cx="7763958" cy="37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226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4582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Overview: </a:t>
            </a:r>
            <a:br>
              <a:rPr lang="en-US" dirty="0"/>
            </a:br>
            <a:r>
              <a:rPr lang="en-US" dirty="0"/>
              <a:t>Arithmetic and Logic Instructions</a:t>
            </a:r>
          </a:p>
        </p:txBody>
      </p:sp>
      <p:sp>
        <p:nvSpPr>
          <p:cNvPr id="17415" name="Rectangle 7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Shift</a:t>
            </a:r>
            <a:r>
              <a:rPr lang="en-US" sz="1600" dirty="0"/>
              <a:t> : </a:t>
            </a:r>
            <a:r>
              <a:rPr lang="en-US" sz="1400" b="1" dirty="0">
                <a:solidFill>
                  <a:srgbClr val="FF0000"/>
                </a:solidFill>
              </a:rPr>
              <a:t>LSL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(logic shift left), </a:t>
            </a:r>
            <a:r>
              <a:rPr lang="en-US" sz="1400" b="1" dirty="0">
                <a:solidFill>
                  <a:srgbClr val="FF0000"/>
                </a:solidFill>
              </a:rPr>
              <a:t>LSR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(logic shift right),  </a:t>
            </a:r>
            <a:r>
              <a:rPr lang="en-US" sz="1400" b="1" dirty="0">
                <a:solidFill>
                  <a:srgbClr val="FF0000"/>
                </a:solidFill>
              </a:rPr>
              <a:t>ASR</a:t>
            </a:r>
            <a:r>
              <a:rPr lang="en-US" sz="1400" dirty="0"/>
              <a:t> (arithmetic shift right), </a:t>
            </a:r>
            <a:r>
              <a:rPr lang="en-US" sz="1400" b="1" dirty="0">
                <a:solidFill>
                  <a:srgbClr val="FF0000"/>
                </a:solidFill>
              </a:rPr>
              <a:t>ROR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(rotate right), </a:t>
            </a:r>
            <a:r>
              <a:rPr lang="en-US" sz="1400" b="1" dirty="0">
                <a:solidFill>
                  <a:srgbClr val="FF0000"/>
                </a:solidFill>
              </a:rPr>
              <a:t>RRX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(rotate right with extend)</a:t>
            </a:r>
            <a:endParaRPr lang="en-US" sz="1400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Logic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AND</a:t>
            </a:r>
            <a:r>
              <a:rPr lang="en-US" sz="1400" dirty="0"/>
              <a:t> (bitwise and), </a:t>
            </a:r>
            <a:r>
              <a:rPr lang="en-US" sz="1400" b="1" dirty="0">
                <a:solidFill>
                  <a:srgbClr val="FF0000"/>
                </a:solidFill>
              </a:rPr>
              <a:t>ORR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(bitwise or), </a:t>
            </a:r>
            <a:r>
              <a:rPr lang="en-US" sz="1400" b="1" dirty="0">
                <a:solidFill>
                  <a:srgbClr val="FF0000"/>
                </a:solidFill>
              </a:rPr>
              <a:t>EOR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(bitwise exclusive or), </a:t>
            </a:r>
            <a:r>
              <a:rPr lang="en-US" sz="1400" b="1" dirty="0">
                <a:solidFill>
                  <a:srgbClr val="FF0000"/>
                </a:solidFill>
              </a:rPr>
              <a:t>ORN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(bitwise or not), </a:t>
            </a:r>
            <a:r>
              <a:rPr lang="en-US" sz="1400" b="1" dirty="0">
                <a:solidFill>
                  <a:srgbClr val="FF0000"/>
                </a:solidFill>
              </a:rPr>
              <a:t>MVN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(move not)</a:t>
            </a:r>
            <a:endParaRPr lang="en-US" sz="1400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Bit set/clear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BFC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 field clear), </a:t>
            </a:r>
            <a:r>
              <a:rPr lang="en-US" sz="1400" b="1" dirty="0">
                <a:solidFill>
                  <a:srgbClr val="FF0000"/>
                </a:solidFill>
              </a:rPr>
              <a:t>BFI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 field insert), </a:t>
            </a:r>
            <a:r>
              <a:rPr lang="en-US" sz="1400" b="1" dirty="0">
                <a:solidFill>
                  <a:srgbClr val="FF0000"/>
                </a:solidFill>
              </a:rPr>
              <a:t>BIC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 clear), </a:t>
            </a:r>
            <a:r>
              <a:rPr lang="en-US" sz="1400" b="1" dirty="0">
                <a:solidFill>
                  <a:srgbClr val="FF0000"/>
                </a:solidFill>
              </a:rPr>
              <a:t>CLZ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(count leading zeroes)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Bit/byte reordering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RBIT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(reverse bit order in a word), </a:t>
            </a:r>
            <a:r>
              <a:rPr lang="en-US" sz="1400" b="1" dirty="0">
                <a:solidFill>
                  <a:srgbClr val="FF0000"/>
                </a:solidFill>
              </a:rPr>
              <a:t>REV</a:t>
            </a:r>
            <a:r>
              <a:rPr lang="en-US" sz="1400" dirty="0"/>
              <a:t> (reverse byte order in a word), </a:t>
            </a:r>
            <a:r>
              <a:rPr lang="en-US" sz="1400" b="1" dirty="0">
                <a:solidFill>
                  <a:srgbClr val="FF0000"/>
                </a:solidFill>
              </a:rPr>
              <a:t>REV16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(reverse byte order in each half-word independently), </a:t>
            </a:r>
            <a:r>
              <a:rPr lang="en-US" sz="1400" b="1" dirty="0">
                <a:solidFill>
                  <a:srgbClr val="FF0000"/>
                </a:solidFill>
              </a:rPr>
              <a:t>REVSH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(reverse byte order in each half-word independently)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Addition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ADD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ADC</a:t>
            </a:r>
            <a:r>
              <a:rPr lang="en-US" sz="1400" dirty="0"/>
              <a:t> (add with carry)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Subtraction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SUB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RSB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(reverse subtract), </a:t>
            </a:r>
            <a:r>
              <a:rPr lang="en-US" sz="1400" b="1" dirty="0">
                <a:solidFill>
                  <a:srgbClr val="FF0000"/>
                </a:solidFill>
              </a:rPr>
              <a:t>SBC</a:t>
            </a:r>
            <a:r>
              <a:rPr lang="en-US" sz="1400" dirty="0"/>
              <a:t> (subtract with carry)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Multiplication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MUL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(multiply), </a:t>
            </a:r>
            <a:r>
              <a:rPr lang="en-US" sz="1400" b="1" dirty="0">
                <a:solidFill>
                  <a:srgbClr val="FF0000"/>
                </a:solidFill>
              </a:rPr>
              <a:t>MLA</a:t>
            </a:r>
            <a:r>
              <a:rPr lang="en-US" sz="1400" dirty="0"/>
              <a:t> (multiply-accumulate),  </a:t>
            </a:r>
            <a:r>
              <a:rPr lang="en-US" sz="1400" b="1" dirty="0">
                <a:solidFill>
                  <a:srgbClr val="FF0000"/>
                </a:solidFill>
              </a:rPr>
              <a:t>MLS</a:t>
            </a:r>
            <a:r>
              <a:rPr lang="en-US" sz="1400" dirty="0"/>
              <a:t> (multiply-subtract), </a:t>
            </a:r>
            <a:r>
              <a:rPr lang="en-US" sz="1400" b="1" dirty="0">
                <a:solidFill>
                  <a:srgbClr val="FF0000"/>
                </a:solidFill>
              </a:rPr>
              <a:t>SMULL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 long multiply-accumulate),  </a:t>
            </a:r>
            <a:r>
              <a:rPr lang="en-US" sz="1400" b="1" dirty="0">
                <a:solidFill>
                  <a:srgbClr val="FF0000"/>
                </a:solidFill>
              </a:rPr>
              <a:t>SMLAL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 long multiply-accumulate), </a:t>
            </a:r>
            <a:r>
              <a:rPr lang="en-US" sz="1400" b="1" dirty="0">
                <a:solidFill>
                  <a:srgbClr val="FF0000"/>
                </a:solidFill>
              </a:rPr>
              <a:t>UMULL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 long multiply-subtract),  </a:t>
            </a:r>
            <a:r>
              <a:rPr lang="en-US" sz="1400" b="1" dirty="0">
                <a:solidFill>
                  <a:srgbClr val="FF0000"/>
                </a:solidFill>
              </a:rPr>
              <a:t>UMLAL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 long multiply-subtract)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Division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SDIV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(signed), </a:t>
            </a:r>
            <a:r>
              <a:rPr lang="en-US" sz="1400" b="1" dirty="0">
                <a:solidFill>
                  <a:srgbClr val="FF0000"/>
                </a:solidFill>
              </a:rPr>
              <a:t>UDIV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Saturation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SSAT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(signed), </a:t>
            </a:r>
            <a:r>
              <a:rPr lang="en-US" sz="1400" b="1" dirty="0">
                <a:solidFill>
                  <a:srgbClr val="FF0000"/>
                </a:solidFill>
              </a:rPr>
              <a:t>USAT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Sign extension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SXTB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(signed), </a:t>
            </a:r>
            <a:r>
              <a:rPr lang="en-US" sz="1400" b="1" dirty="0">
                <a:solidFill>
                  <a:srgbClr val="FF0000"/>
                </a:solidFill>
              </a:rPr>
              <a:t>SXTH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UXTB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UXTH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Bit field extract: </a:t>
            </a:r>
            <a:r>
              <a:rPr lang="en-US" sz="1400" b="1" dirty="0">
                <a:solidFill>
                  <a:srgbClr val="FF0000"/>
                </a:solidFill>
              </a:rPr>
              <a:t>SBFX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(signed), </a:t>
            </a:r>
            <a:r>
              <a:rPr lang="en-US" sz="1400" b="1" dirty="0">
                <a:solidFill>
                  <a:srgbClr val="FF0000"/>
                </a:solidFill>
              </a:rPr>
              <a:t>UBFX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(unsigned)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Syntax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1400" b="1" dirty="0">
                <a:solidFill>
                  <a:srgbClr val="FF0000"/>
                </a:solidFill>
                <a:latin typeface="Courier New" pitchFamily="49" charset="0"/>
              </a:rPr>
              <a:t>	&lt;Operation&gt;{&lt;</a:t>
            </a:r>
            <a:r>
              <a:rPr lang="en-US" sz="1400" b="1" dirty="0" err="1">
                <a:solidFill>
                  <a:srgbClr val="FF0000"/>
                </a:solidFill>
                <a:latin typeface="Courier New" pitchFamily="49" charset="0"/>
              </a:rPr>
              <a:t>cond</a:t>
            </a:r>
            <a:r>
              <a:rPr lang="en-US" sz="1400" b="1" dirty="0">
                <a:solidFill>
                  <a:srgbClr val="FF0000"/>
                </a:solidFill>
                <a:latin typeface="Courier New" pitchFamily="49" charset="0"/>
              </a:rPr>
              <a:t>&gt;}{S} Rd, Rn, </a:t>
            </a:r>
            <a:r>
              <a:rPr lang="en-US" sz="1400" b="1" dirty="0" err="1">
                <a:solidFill>
                  <a:srgbClr val="FF0000"/>
                </a:solidFill>
                <a:latin typeface="Courier New" pitchFamily="49" charset="0"/>
              </a:rPr>
              <a:t>Operand2</a:t>
            </a:r>
            <a:endParaRPr lang="en-US" sz="1400" b="1" dirty="0">
              <a:solidFill>
                <a:srgbClr val="FF0000"/>
              </a:solidFill>
              <a:latin typeface="Courier New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55076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6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8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534400" cy="4937760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</a:pPr>
            <a:r>
              <a:rPr lang="en-US" altLang="zh-TW" sz="2400" dirty="0"/>
              <a:t>Unified Assembler Language (UAL) Syntax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 	</a:t>
            </a:r>
            <a:r>
              <a:rPr lang="pt-BR" altLang="zh-TW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ADD r1, r2, r3    </a:t>
            </a:r>
            <a:r>
              <a:rPr lang="pt-BR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r2 + r3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	ADD r1, r2, #4    </a:t>
            </a:r>
            <a:r>
              <a:rPr lang="pt-BR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r2 + 4</a:t>
            </a:r>
          </a:p>
          <a:p>
            <a:pPr marL="0" indent="0">
              <a:lnSpc>
                <a:spcPct val="90000"/>
              </a:lnSpc>
              <a:buNone/>
            </a:pPr>
            <a:endParaRPr lang="pt-BR" altLang="zh-TW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pt-BR" altLang="zh-TW" sz="2400" dirty="0">
                <a:cs typeface="Consolas" panose="020B0609020204030204" pitchFamily="49" charset="0"/>
              </a:rPr>
              <a:t>Traditional Thumb Syntax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	ADD r1, r3        </a:t>
            </a:r>
            <a:r>
              <a:rPr lang="pt-BR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r1 + r3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	ADD r1, #15       </a:t>
            </a:r>
            <a:r>
              <a:rPr lang="pt-BR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r1 + 15</a:t>
            </a:r>
          </a:p>
        </p:txBody>
      </p:sp>
    </p:spTree>
    <p:extLst>
      <p:ext uri="{BB962C8B-B14F-4D97-AF65-F5344CB8AC3E}">
        <p14:creationId xmlns:p14="http://schemas.microsoft.com/office/powerpoint/2010/main" val="301284288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7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Commonly Used Arithmetic </a:t>
            </a:r>
            <a:r>
              <a:rPr lang="en-US" altLang="zh-TW" dirty="0"/>
              <a:t>Operations</a:t>
            </a:r>
            <a:endParaRPr lang="zh-TW" alt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364002"/>
              </p:ext>
            </p:extLst>
          </p:nvPr>
        </p:nvGraphicFramePr>
        <p:xfrm>
          <a:off x="439119" y="1219200"/>
          <a:ext cx="8229600" cy="5210556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7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Add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 + 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ADC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Add with carry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+ Op2 + Carry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Subtract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- Op2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SBC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Subtract with carry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- Op2 + Carry - 1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RSB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Reverse subtract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Op2 - Rn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Rm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Multiply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(Rn × Rm)[31:0]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MLA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Rd, Rn, Rm, Ra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Multiply with accumulate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(Ra + (Rn × Rm))[31:0]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MLS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Rd, Rn, Rm, Ra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Multiply and subtract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(Ra – (Rn × Rm))[31:0]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SDIV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Rm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Signed divide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÷ Rm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UDIV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Rm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Unsigned divide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÷ Rm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SSAT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Rd, #n, Rm {,shift #s}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Signed saturate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USAT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Rd, #n, Rm {,shift #s}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Unsigned saturate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0F86E14-5A1A-7C09-D25A-8D890162009F}"/>
              </a:ext>
            </a:extLst>
          </p:cNvPr>
          <p:cNvSpPr txBox="1"/>
          <p:nvPr/>
        </p:nvSpPr>
        <p:spPr>
          <a:xfrm>
            <a:off x="2514600" y="6440907"/>
            <a:ext cx="4632422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dirty="0"/>
              <a:t>Op2 may be optionally shifted with LSL/LSR/ASL/ASR</a:t>
            </a:r>
          </a:p>
        </p:txBody>
      </p:sp>
    </p:spTree>
    <p:extLst>
      <p:ext uri="{BB962C8B-B14F-4D97-AF65-F5344CB8AC3E}">
        <p14:creationId xmlns:p14="http://schemas.microsoft.com/office/powerpoint/2010/main" val="251133509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219200"/>
            <a:ext cx="4304118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8</a:t>
            </a:fld>
            <a:endParaRPr lang="en-US" altLang="zh-TW" dirty="0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Instruction Suffix: </a:t>
            </a:r>
            <a:br>
              <a:rPr lang="en-US" altLang="zh-TW" dirty="0"/>
            </a:br>
            <a:r>
              <a:rPr lang="en-US" altLang="zh-TW" dirty="0">
                <a:solidFill>
                  <a:srgbClr val="FF0000"/>
                </a:solidFill>
              </a:rPr>
              <a:t>S: Set Condition Flags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8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534400" cy="493776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</a:rPr>
              <a:t>	</a:t>
            </a:r>
          </a:p>
        </p:txBody>
      </p:sp>
      <p:sp>
        <p:nvSpPr>
          <p:cNvPr id="2" name="Rectangle 1"/>
          <p:cNvSpPr/>
          <p:nvPr/>
        </p:nvSpPr>
        <p:spPr>
          <a:xfrm>
            <a:off x="381000" y="1371600"/>
            <a:ext cx="4114800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start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LDR  r0, =0xFFFFFFFF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LDR 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ADD</a:t>
            </a:r>
            <a:r>
              <a:rPr lang="pt-BR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 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r0, r0, r1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stop  B  stop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45443" y="4167699"/>
            <a:ext cx="685800" cy="5334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28601" y="3295825"/>
            <a:ext cx="3886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For most instructions, add a suffix </a:t>
            </a:r>
            <a:r>
              <a:rPr lang="en-US" b="1" dirty="0">
                <a:solidFill>
                  <a:srgbClr val="FF0000"/>
                </a:solidFill>
              </a:rPr>
              <a:t>S</a:t>
            </a:r>
            <a:r>
              <a:rPr lang="en-US" dirty="0"/>
              <a:t> to update N, Z, C, V flags in APSR register.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egative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Z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ero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C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arry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V -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erflow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In this example, the Z and C bits are set.</a:t>
            </a:r>
          </a:p>
        </p:txBody>
      </p:sp>
      <p:pic>
        <p:nvPicPr>
          <p:cNvPr id="1026" name="Picture 2" descr="Flags diagram showing N, Z, C and V flag bits.">
            <a:extLst>
              <a:ext uri="{FF2B5EF4-FFF2-40B4-BE49-F238E27FC236}">
                <a16:creationId xmlns:a16="http://schemas.microsoft.com/office/drawing/2014/main" id="{2DECE8B2-6865-CA36-DB38-841DC09A3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1" y="5628376"/>
            <a:ext cx="2590800" cy="728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890928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219200"/>
            <a:ext cx="4304118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9</a:t>
            </a:fld>
            <a:endParaRPr lang="en-US" altLang="zh-TW" dirty="0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Instruction Suffix: </a:t>
            </a:r>
            <a:br>
              <a:rPr lang="en-US" altLang="zh-TW" dirty="0"/>
            </a:br>
            <a:r>
              <a:rPr lang="en-US" altLang="zh-TW" dirty="0">
                <a:solidFill>
                  <a:srgbClr val="FF0000"/>
                </a:solidFill>
              </a:rPr>
              <a:t>S: Set Condition Flags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8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534400" cy="493776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</a:rPr>
              <a:t>	</a:t>
            </a:r>
          </a:p>
        </p:txBody>
      </p:sp>
      <p:sp>
        <p:nvSpPr>
          <p:cNvPr id="2" name="Rectangle 1"/>
          <p:cNvSpPr/>
          <p:nvPr/>
        </p:nvSpPr>
        <p:spPr>
          <a:xfrm>
            <a:off x="381000" y="1371600"/>
            <a:ext cx="4114800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start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LDR  r0, =0xFFFFFFFF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LDR 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ADD</a:t>
            </a:r>
            <a:r>
              <a:rPr lang="pt-BR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 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r0, r0, r1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stop  B  stop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45443" y="4167699"/>
            <a:ext cx="685800" cy="5334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32379" y="3122910"/>
            <a:ext cx="426719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0x00000000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0,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1,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1,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0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CPU sets both C and V: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If r0 and r1 are unsigned int: 2</a:t>
            </a:r>
            <a:r>
              <a:rPr lang="en-US" baseline="30000" dirty="0"/>
              <a:t>32</a:t>
            </a:r>
            <a:r>
              <a:rPr lang="en-US" dirty="0"/>
              <a:t>-1+1, carry flag C=1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If r0 and r1 are signed int: -1+1, overflow flag V=0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CPU does not know about signed or unsigned integers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Software is responsible to use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dirty="0"/>
              <a:t> or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dirty="0"/>
              <a:t> in follow-on code.</a:t>
            </a:r>
          </a:p>
        </p:txBody>
      </p:sp>
    </p:spTree>
    <p:extLst>
      <p:ext uri="{BB962C8B-B14F-4D97-AF65-F5344CB8AC3E}">
        <p14:creationId xmlns:p14="http://schemas.microsoft.com/office/powerpoint/2010/main" val="164040727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Status Register (PSR)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534400" cy="533400"/>
          </a:xfrm>
        </p:spPr>
        <p:txBody>
          <a:bodyPr>
            <a:normAutofit/>
          </a:bodyPr>
          <a:lstStyle/>
          <a:p>
            <a:r>
              <a:rPr lang="en-US" sz="2000" dirty="0"/>
              <a:t>Application PSR (</a:t>
            </a:r>
            <a:r>
              <a:rPr lang="en-US" sz="2000" b="1" dirty="0">
                <a:solidFill>
                  <a:srgbClr val="C00000"/>
                </a:solidFill>
              </a:rPr>
              <a:t>APSR</a:t>
            </a:r>
            <a:r>
              <a:rPr lang="en-US" sz="2000" dirty="0"/>
              <a:t>),  Interrupt PSR (</a:t>
            </a:r>
            <a:r>
              <a:rPr lang="en-US" sz="2000" b="1" dirty="0">
                <a:solidFill>
                  <a:srgbClr val="C00000"/>
                </a:solidFill>
              </a:rPr>
              <a:t>IPSR</a:t>
            </a:r>
            <a:r>
              <a:rPr lang="en-US" sz="2000" dirty="0"/>
              <a:t>),  Execution PSR (</a:t>
            </a:r>
            <a:r>
              <a:rPr lang="en-US" sz="2000" b="1" dirty="0">
                <a:solidFill>
                  <a:srgbClr val="C00000"/>
                </a:solidFill>
              </a:rPr>
              <a:t>EPSR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464598" y="5105401"/>
            <a:ext cx="83040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 flags are only available on Cortex-M4 and M7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PSR is named CPSR (Current Program Status Register) in ARM7/ARM9 and ARMv4/ARMv5 processors: named </a:t>
            </a:r>
            <a:r>
              <a:rPr lang="en-US" dirty="0" err="1"/>
              <a:t>xPSR</a:t>
            </a:r>
            <a:r>
              <a:rPr lang="en-US" dirty="0"/>
              <a:t> (Extended Program Status Register) in ARM Cortex-M processors (ARMv7-M)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D02235-DF68-4C77-B40A-CB0A304DB2A6}"/>
              </a:ext>
            </a:extLst>
          </p:cNvPr>
          <p:cNvSpPr/>
          <p:nvPr/>
        </p:nvSpPr>
        <p:spPr bwMode="auto">
          <a:xfrm>
            <a:off x="1155108" y="2261452"/>
            <a:ext cx="237808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D76E83-FCE2-4BA2-A7C7-6C5D7761E419}"/>
              </a:ext>
            </a:extLst>
          </p:cNvPr>
          <p:cNvSpPr/>
          <p:nvPr/>
        </p:nvSpPr>
        <p:spPr bwMode="auto">
          <a:xfrm>
            <a:off x="1392917" y="2261452"/>
            <a:ext cx="239712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757DAC-B1B9-422D-8858-754340693C42}"/>
              </a:ext>
            </a:extLst>
          </p:cNvPr>
          <p:cNvSpPr/>
          <p:nvPr/>
        </p:nvSpPr>
        <p:spPr bwMode="auto">
          <a:xfrm>
            <a:off x="1626922" y="2261452"/>
            <a:ext cx="239712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A47148-7D46-4863-B4B2-C63310ABF626}"/>
              </a:ext>
            </a:extLst>
          </p:cNvPr>
          <p:cNvSpPr/>
          <p:nvPr/>
        </p:nvSpPr>
        <p:spPr bwMode="auto">
          <a:xfrm>
            <a:off x="1866633" y="2261452"/>
            <a:ext cx="239712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AC9496-ABEB-42E9-B3A7-3E437E775E80}"/>
              </a:ext>
            </a:extLst>
          </p:cNvPr>
          <p:cNvSpPr/>
          <p:nvPr/>
        </p:nvSpPr>
        <p:spPr bwMode="auto">
          <a:xfrm>
            <a:off x="2349862" y="2261452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018C6D-E05D-4EA0-855E-18FF1C10E398}"/>
              </a:ext>
            </a:extLst>
          </p:cNvPr>
          <p:cNvSpPr/>
          <p:nvPr/>
        </p:nvSpPr>
        <p:spPr bwMode="auto">
          <a:xfrm>
            <a:off x="2583866" y="2261452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2C2EDD-1A03-41EE-8326-88CA9C913318}"/>
              </a:ext>
            </a:extLst>
          </p:cNvPr>
          <p:cNvSpPr/>
          <p:nvPr/>
        </p:nvSpPr>
        <p:spPr bwMode="auto">
          <a:xfrm>
            <a:off x="2823577" y="2261452"/>
            <a:ext cx="237810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246560-A84D-4CC1-AD4F-2F245D8C1DA8}"/>
              </a:ext>
            </a:extLst>
          </p:cNvPr>
          <p:cNvSpPr/>
          <p:nvPr/>
        </p:nvSpPr>
        <p:spPr bwMode="auto">
          <a:xfrm>
            <a:off x="3055679" y="2261452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C68C78-795A-4BB4-9313-C851BE696721}"/>
              </a:ext>
            </a:extLst>
          </p:cNvPr>
          <p:cNvSpPr/>
          <p:nvPr/>
        </p:nvSpPr>
        <p:spPr bwMode="auto">
          <a:xfrm>
            <a:off x="3295391" y="2261452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5E5F4B-5F98-4081-A8C9-864D82DF841E}"/>
              </a:ext>
            </a:extLst>
          </p:cNvPr>
          <p:cNvSpPr/>
          <p:nvPr/>
        </p:nvSpPr>
        <p:spPr bwMode="auto">
          <a:xfrm>
            <a:off x="3529396" y="2261452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0C4E4A2-C8E4-4D1C-91A7-203BCBA4D6EF}"/>
              </a:ext>
            </a:extLst>
          </p:cNvPr>
          <p:cNvSpPr/>
          <p:nvPr/>
        </p:nvSpPr>
        <p:spPr bwMode="auto">
          <a:xfrm>
            <a:off x="3769108" y="2261452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DC75E3-986E-47B9-88CB-093930A867A0}"/>
              </a:ext>
            </a:extLst>
          </p:cNvPr>
          <p:cNvSpPr/>
          <p:nvPr/>
        </p:nvSpPr>
        <p:spPr bwMode="auto">
          <a:xfrm>
            <a:off x="4008820" y="2261452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01C15E-0FA0-47FE-AEE4-412F66A55255}"/>
              </a:ext>
            </a:extLst>
          </p:cNvPr>
          <p:cNvSpPr/>
          <p:nvPr/>
        </p:nvSpPr>
        <p:spPr bwMode="auto">
          <a:xfrm>
            <a:off x="4248532" y="2261452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9639C4D-0E1E-49BA-BA29-9542A3FC5420}"/>
              </a:ext>
            </a:extLst>
          </p:cNvPr>
          <p:cNvSpPr/>
          <p:nvPr/>
        </p:nvSpPr>
        <p:spPr bwMode="auto">
          <a:xfrm>
            <a:off x="4482535" y="2261452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79D180-4C3F-4C04-9794-72EB79D6BC79}"/>
              </a:ext>
            </a:extLst>
          </p:cNvPr>
          <p:cNvSpPr/>
          <p:nvPr/>
        </p:nvSpPr>
        <p:spPr bwMode="auto">
          <a:xfrm>
            <a:off x="4722247" y="2261452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A413A7-DE74-43A8-B9C8-58966DF1A2A0}"/>
              </a:ext>
            </a:extLst>
          </p:cNvPr>
          <p:cNvSpPr/>
          <p:nvPr/>
        </p:nvSpPr>
        <p:spPr bwMode="auto">
          <a:xfrm>
            <a:off x="4956252" y="2261452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6C10284-2902-427E-9C56-F498EA9D44C7}"/>
              </a:ext>
            </a:extLst>
          </p:cNvPr>
          <p:cNvSpPr/>
          <p:nvPr/>
        </p:nvSpPr>
        <p:spPr bwMode="auto">
          <a:xfrm>
            <a:off x="5195964" y="2261452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8A61E98-46CA-418B-81EA-F14F053B3E55}"/>
              </a:ext>
            </a:extLst>
          </p:cNvPr>
          <p:cNvSpPr/>
          <p:nvPr/>
        </p:nvSpPr>
        <p:spPr bwMode="auto">
          <a:xfrm>
            <a:off x="5429968" y="2261452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D71AA6C-0B4E-4BE4-BD3E-A8CF421DF4EC}"/>
              </a:ext>
            </a:extLst>
          </p:cNvPr>
          <p:cNvSpPr/>
          <p:nvPr/>
        </p:nvSpPr>
        <p:spPr bwMode="auto">
          <a:xfrm>
            <a:off x="5669679" y="2261452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B0F1A0D-9F22-483C-945E-2C70FE7D6FF4}"/>
              </a:ext>
            </a:extLst>
          </p:cNvPr>
          <p:cNvSpPr/>
          <p:nvPr/>
        </p:nvSpPr>
        <p:spPr bwMode="auto">
          <a:xfrm>
            <a:off x="5909391" y="2261452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AA7E9AA-DF2C-481C-999C-B818CABCEA58}"/>
              </a:ext>
            </a:extLst>
          </p:cNvPr>
          <p:cNvSpPr/>
          <p:nvPr/>
        </p:nvSpPr>
        <p:spPr bwMode="auto">
          <a:xfrm>
            <a:off x="6149103" y="2261452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E4509EB-0208-4A22-A9A3-2A761776C361}"/>
              </a:ext>
            </a:extLst>
          </p:cNvPr>
          <p:cNvSpPr/>
          <p:nvPr/>
        </p:nvSpPr>
        <p:spPr bwMode="auto">
          <a:xfrm>
            <a:off x="6383108" y="2261452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11F2164-B461-4AD4-9EA8-792FA22336CC}"/>
              </a:ext>
            </a:extLst>
          </p:cNvPr>
          <p:cNvSpPr/>
          <p:nvPr/>
        </p:nvSpPr>
        <p:spPr bwMode="auto">
          <a:xfrm>
            <a:off x="6622820" y="2261452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88107AD-4886-425E-85BE-FB0E2AF3E979}"/>
              </a:ext>
            </a:extLst>
          </p:cNvPr>
          <p:cNvSpPr/>
          <p:nvPr/>
        </p:nvSpPr>
        <p:spPr bwMode="auto">
          <a:xfrm>
            <a:off x="6856824" y="2261452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B47B7E2-0166-4D5A-8120-1B8EE5978B59}"/>
              </a:ext>
            </a:extLst>
          </p:cNvPr>
          <p:cNvSpPr/>
          <p:nvPr/>
        </p:nvSpPr>
        <p:spPr bwMode="auto">
          <a:xfrm>
            <a:off x="7096535" y="2261452"/>
            <a:ext cx="237810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2DDC7C3-DFD1-4D11-AED5-AF477F95F8E1}"/>
              </a:ext>
            </a:extLst>
          </p:cNvPr>
          <p:cNvSpPr/>
          <p:nvPr/>
        </p:nvSpPr>
        <p:spPr bwMode="auto">
          <a:xfrm>
            <a:off x="7328637" y="2261452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680ADAF-C912-4131-83BD-8DCAD2747609}"/>
              </a:ext>
            </a:extLst>
          </p:cNvPr>
          <p:cNvSpPr/>
          <p:nvPr/>
        </p:nvSpPr>
        <p:spPr bwMode="auto">
          <a:xfrm>
            <a:off x="7568349" y="2261452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9E394A5-6BD5-43D2-B13C-3039C766ABE9}"/>
              </a:ext>
            </a:extLst>
          </p:cNvPr>
          <p:cNvSpPr/>
          <p:nvPr/>
        </p:nvSpPr>
        <p:spPr bwMode="auto">
          <a:xfrm>
            <a:off x="7808061" y="2261452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5F0E03E-B9A1-4DF5-B408-10765295937B}"/>
              </a:ext>
            </a:extLst>
          </p:cNvPr>
          <p:cNvSpPr/>
          <p:nvPr/>
        </p:nvSpPr>
        <p:spPr bwMode="auto">
          <a:xfrm>
            <a:off x="8047772" y="2261452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CB3C704-003E-479A-AD30-CBB182EA9D64}"/>
              </a:ext>
            </a:extLst>
          </p:cNvPr>
          <p:cNvSpPr/>
          <p:nvPr/>
        </p:nvSpPr>
        <p:spPr bwMode="auto">
          <a:xfrm>
            <a:off x="8281777" y="2261452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84D548A-318E-4B3E-B81B-AFD2D004B4F0}"/>
              </a:ext>
            </a:extLst>
          </p:cNvPr>
          <p:cNvSpPr/>
          <p:nvPr/>
        </p:nvSpPr>
        <p:spPr bwMode="auto">
          <a:xfrm>
            <a:off x="8521489" y="2261452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E72A596-B1D3-4918-87B5-3F16F9666853}"/>
              </a:ext>
            </a:extLst>
          </p:cNvPr>
          <p:cNvSpPr/>
          <p:nvPr/>
        </p:nvSpPr>
        <p:spPr bwMode="auto">
          <a:xfrm>
            <a:off x="1155108" y="2261452"/>
            <a:ext cx="7606093" cy="264071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FD50074-AA5B-46F6-9D58-80FA1C6405F0}"/>
              </a:ext>
            </a:extLst>
          </p:cNvPr>
          <p:cNvSpPr/>
          <p:nvPr/>
        </p:nvSpPr>
        <p:spPr bwMode="auto">
          <a:xfrm>
            <a:off x="1155108" y="2781030"/>
            <a:ext cx="237808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0" dirty="0">
              <a:cs typeface="Arial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D0C56E9-9FD6-4444-99B6-F34BC29FF2FF}"/>
              </a:ext>
            </a:extLst>
          </p:cNvPr>
          <p:cNvSpPr/>
          <p:nvPr/>
        </p:nvSpPr>
        <p:spPr bwMode="auto">
          <a:xfrm>
            <a:off x="1392917" y="2781030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0" dirty="0">
              <a:cs typeface="Arial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766B88D-DD4B-49D8-AE8D-F657FA405AEA}"/>
              </a:ext>
            </a:extLst>
          </p:cNvPr>
          <p:cNvSpPr/>
          <p:nvPr/>
        </p:nvSpPr>
        <p:spPr bwMode="auto">
          <a:xfrm>
            <a:off x="1626922" y="2781030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0" dirty="0">
              <a:cs typeface="Arial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3E3E8EB-9B93-41A6-BCF4-DEA30D9A9F3B}"/>
              </a:ext>
            </a:extLst>
          </p:cNvPr>
          <p:cNvSpPr/>
          <p:nvPr/>
        </p:nvSpPr>
        <p:spPr bwMode="auto">
          <a:xfrm>
            <a:off x="1866633" y="2781030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0" dirty="0">
              <a:cs typeface="Arial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7762F8F-FFE5-44F7-B7B9-714EE1E99E20}"/>
              </a:ext>
            </a:extLst>
          </p:cNvPr>
          <p:cNvSpPr/>
          <p:nvPr/>
        </p:nvSpPr>
        <p:spPr bwMode="auto">
          <a:xfrm>
            <a:off x="2110151" y="2781030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0">
              <a:cs typeface="Arial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BECD6FB-D74A-486E-9104-DDA6272BE814}"/>
              </a:ext>
            </a:extLst>
          </p:cNvPr>
          <p:cNvSpPr/>
          <p:nvPr/>
        </p:nvSpPr>
        <p:spPr bwMode="auto">
          <a:xfrm>
            <a:off x="2349862" y="2781030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9EB88C7-E88D-4FDD-BE8D-98A69BF31468}"/>
              </a:ext>
            </a:extLst>
          </p:cNvPr>
          <p:cNvSpPr/>
          <p:nvPr/>
        </p:nvSpPr>
        <p:spPr bwMode="auto">
          <a:xfrm>
            <a:off x="2583866" y="2781030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848F981-0A70-46B7-9838-94CC9F2DFBFE}"/>
              </a:ext>
            </a:extLst>
          </p:cNvPr>
          <p:cNvSpPr/>
          <p:nvPr/>
        </p:nvSpPr>
        <p:spPr bwMode="auto">
          <a:xfrm>
            <a:off x="2823577" y="2781030"/>
            <a:ext cx="237810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EC12FC0-513A-43F2-82F4-6388472E3BBE}"/>
              </a:ext>
            </a:extLst>
          </p:cNvPr>
          <p:cNvSpPr/>
          <p:nvPr/>
        </p:nvSpPr>
        <p:spPr bwMode="auto">
          <a:xfrm>
            <a:off x="3055679" y="2781030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06A3A8D-F78D-4E2E-B04F-041A91708668}"/>
              </a:ext>
            </a:extLst>
          </p:cNvPr>
          <p:cNvSpPr/>
          <p:nvPr/>
        </p:nvSpPr>
        <p:spPr bwMode="auto">
          <a:xfrm>
            <a:off x="3295391" y="2781030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D7113D4-E33B-4259-8C20-E085FE8D5D43}"/>
              </a:ext>
            </a:extLst>
          </p:cNvPr>
          <p:cNvSpPr/>
          <p:nvPr/>
        </p:nvSpPr>
        <p:spPr bwMode="auto">
          <a:xfrm>
            <a:off x="3529396" y="2781030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A4DCCB7-C39D-4280-BC16-3FC88586A4C5}"/>
              </a:ext>
            </a:extLst>
          </p:cNvPr>
          <p:cNvSpPr/>
          <p:nvPr/>
        </p:nvSpPr>
        <p:spPr bwMode="auto">
          <a:xfrm>
            <a:off x="3769108" y="2781030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324598-1EA0-4B74-BF4F-6095C145CB92}"/>
              </a:ext>
            </a:extLst>
          </p:cNvPr>
          <p:cNvSpPr/>
          <p:nvPr/>
        </p:nvSpPr>
        <p:spPr bwMode="auto">
          <a:xfrm>
            <a:off x="4008820" y="2781030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2DDE5F7-7FA8-449F-B247-B529BC03A4C4}"/>
              </a:ext>
            </a:extLst>
          </p:cNvPr>
          <p:cNvSpPr/>
          <p:nvPr/>
        </p:nvSpPr>
        <p:spPr bwMode="auto">
          <a:xfrm>
            <a:off x="4248532" y="2781030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48F9888-9686-4CA3-BB87-16836E0663F7}"/>
              </a:ext>
            </a:extLst>
          </p:cNvPr>
          <p:cNvSpPr/>
          <p:nvPr/>
        </p:nvSpPr>
        <p:spPr bwMode="auto">
          <a:xfrm>
            <a:off x="4482535" y="2781030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2DBE982-03E2-4F11-9951-ACE3FDD30ED9}"/>
              </a:ext>
            </a:extLst>
          </p:cNvPr>
          <p:cNvSpPr/>
          <p:nvPr/>
        </p:nvSpPr>
        <p:spPr bwMode="auto">
          <a:xfrm>
            <a:off x="4722247" y="2781030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3AC800C-0E5A-4389-9520-B15B9B0BA86B}"/>
              </a:ext>
            </a:extLst>
          </p:cNvPr>
          <p:cNvSpPr/>
          <p:nvPr/>
        </p:nvSpPr>
        <p:spPr bwMode="auto">
          <a:xfrm>
            <a:off x="4956252" y="2781030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A61F19D-2997-47C1-9B81-9394EF576B43}"/>
              </a:ext>
            </a:extLst>
          </p:cNvPr>
          <p:cNvSpPr/>
          <p:nvPr/>
        </p:nvSpPr>
        <p:spPr bwMode="auto">
          <a:xfrm>
            <a:off x="5195964" y="2781030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E4674CA-6B5C-4A6B-8596-DAF114961C16}"/>
              </a:ext>
            </a:extLst>
          </p:cNvPr>
          <p:cNvSpPr/>
          <p:nvPr/>
        </p:nvSpPr>
        <p:spPr bwMode="auto">
          <a:xfrm>
            <a:off x="5429968" y="2781030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49BC2D5-FD6B-494D-91E9-C988B69D836C}"/>
              </a:ext>
            </a:extLst>
          </p:cNvPr>
          <p:cNvSpPr/>
          <p:nvPr/>
        </p:nvSpPr>
        <p:spPr bwMode="auto">
          <a:xfrm>
            <a:off x="5669679" y="2781030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421CA-F30B-4E6B-A934-96D4E79D90F3}"/>
              </a:ext>
            </a:extLst>
          </p:cNvPr>
          <p:cNvSpPr/>
          <p:nvPr/>
        </p:nvSpPr>
        <p:spPr bwMode="auto">
          <a:xfrm>
            <a:off x="5909391" y="2781030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BAA37E9-6126-4ADB-B61B-503E776769ED}"/>
              </a:ext>
            </a:extLst>
          </p:cNvPr>
          <p:cNvSpPr/>
          <p:nvPr/>
        </p:nvSpPr>
        <p:spPr bwMode="auto">
          <a:xfrm>
            <a:off x="6149103" y="2781030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DDBE824-2DCC-477B-8239-F233AA62DF1B}"/>
              </a:ext>
            </a:extLst>
          </p:cNvPr>
          <p:cNvSpPr/>
          <p:nvPr/>
        </p:nvSpPr>
        <p:spPr bwMode="auto">
          <a:xfrm>
            <a:off x="6383108" y="2781030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7033629-7235-4778-B466-75C046E02585}"/>
              </a:ext>
            </a:extLst>
          </p:cNvPr>
          <p:cNvSpPr/>
          <p:nvPr/>
        </p:nvSpPr>
        <p:spPr bwMode="auto">
          <a:xfrm>
            <a:off x="6622820" y="2781030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925FAE1-98E4-4170-B180-80E698E8A588}"/>
              </a:ext>
            </a:extLst>
          </p:cNvPr>
          <p:cNvSpPr/>
          <p:nvPr/>
        </p:nvSpPr>
        <p:spPr bwMode="auto">
          <a:xfrm>
            <a:off x="6856824" y="2781030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A30B1A7-370B-4E19-80AC-12C7AC4E671C}"/>
              </a:ext>
            </a:extLst>
          </p:cNvPr>
          <p:cNvSpPr/>
          <p:nvPr/>
        </p:nvSpPr>
        <p:spPr bwMode="auto">
          <a:xfrm>
            <a:off x="7096535" y="2781030"/>
            <a:ext cx="237810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78057E2-C052-4A3C-898B-9E82DFCC90C5}"/>
              </a:ext>
            </a:extLst>
          </p:cNvPr>
          <p:cNvSpPr/>
          <p:nvPr/>
        </p:nvSpPr>
        <p:spPr bwMode="auto">
          <a:xfrm>
            <a:off x="7328637" y="2781030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ACB929F-562A-45AA-BC64-90250EF48B42}"/>
              </a:ext>
            </a:extLst>
          </p:cNvPr>
          <p:cNvSpPr/>
          <p:nvPr/>
        </p:nvSpPr>
        <p:spPr bwMode="auto">
          <a:xfrm>
            <a:off x="7568349" y="2781030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31E2AAC-B9C0-41A5-8232-AE183094877C}"/>
              </a:ext>
            </a:extLst>
          </p:cNvPr>
          <p:cNvSpPr/>
          <p:nvPr/>
        </p:nvSpPr>
        <p:spPr bwMode="auto">
          <a:xfrm>
            <a:off x="7808061" y="2781030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CFA16BF-2DC1-4B40-BA64-7769D4A32A7E}"/>
              </a:ext>
            </a:extLst>
          </p:cNvPr>
          <p:cNvSpPr/>
          <p:nvPr/>
        </p:nvSpPr>
        <p:spPr bwMode="auto">
          <a:xfrm>
            <a:off x="8047772" y="2781030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33429AE-4C1C-4E02-9B81-76AEBB8682EF}"/>
              </a:ext>
            </a:extLst>
          </p:cNvPr>
          <p:cNvSpPr/>
          <p:nvPr/>
        </p:nvSpPr>
        <p:spPr bwMode="auto">
          <a:xfrm>
            <a:off x="8281777" y="2781030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23A4CAE-0ED7-4448-BBCB-9AB886F5BC36}"/>
              </a:ext>
            </a:extLst>
          </p:cNvPr>
          <p:cNvSpPr/>
          <p:nvPr/>
        </p:nvSpPr>
        <p:spPr bwMode="auto">
          <a:xfrm>
            <a:off x="8521489" y="2781030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F08E368-706D-415F-8ACE-CC85CFDC7150}"/>
              </a:ext>
            </a:extLst>
          </p:cNvPr>
          <p:cNvSpPr/>
          <p:nvPr/>
        </p:nvSpPr>
        <p:spPr bwMode="auto">
          <a:xfrm>
            <a:off x="1155108" y="2781030"/>
            <a:ext cx="7606093" cy="264071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82" name="TextBox 21503">
            <a:extLst>
              <a:ext uri="{FF2B5EF4-FFF2-40B4-BE49-F238E27FC236}">
                <a16:creationId xmlns:a16="http://schemas.microsoft.com/office/drawing/2014/main" id="{0CB305D7-175B-40AA-BB48-B8FEE1D9C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6536" y="2781030"/>
            <a:ext cx="14572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dirty="0"/>
              <a:t>ISR number</a:t>
            </a:r>
          </a:p>
        </p:txBody>
      </p:sp>
      <p:sp>
        <p:nvSpPr>
          <p:cNvPr id="83" name="TextBox 106">
            <a:extLst>
              <a:ext uri="{FF2B5EF4-FFF2-40B4-BE49-F238E27FC236}">
                <a16:creationId xmlns:a16="http://schemas.microsoft.com/office/drawing/2014/main" id="{A2B5A561-5C45-425E-88BF-AEAE081B8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1662" y="2226850"/>
            <a:ext cx="9427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Reserved</a:t>
            </a:r>
          </a:p>
        </p:txBody>
      </p:sp>
      <p:sp>
        <p:nvSpPr>
          <p:cNvPr id="84" name="TextBox 107">
            <a:extLst>
              <a:ext uri="{FF2B5EF4-FFF2-40B4-BE49-F238E27FC236}">
                <a16:creationId xmlns:a16="http://schemas.microsoft.com/office/drawing/2014/main" id="{F977506C-B037-4469-B9DB-3ADBDEB95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7300" y="2781030"/>
            <a:ext cx="1249927" cy="276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/>
              <a:t>Reserved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5079CF8-4C52-4671-9319-8F6A9DB1D715}"/>
              </a:ext>
            </a:extLst>
          </p:cNvPr>
          <p:cNvSpPr/>
          <p:nvPr/>
        </p:nvSpPr>
        <p:spPr bwMode="auto">
          <a:xfrm>
            <a:off x="1155108" y="3339147"/>
            <a:ext cx="237808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0" dirty="0">
              <a:cs typeface="Arial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1F95844-9CA2-4FFB-BA44-366C71430821}"/>
              </a:ext>
            </a:extLst>
          </p:cNvPr>
          <p:cNvSpPr/>
          <p:nvPr/>
        </p:nvSpPr>
        <p:spPr bwMode="auto">
          <a:xfrm>
            <a:off x="1392917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0" dirty="0">
              <a:cs typeface="Arial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8533337-3E8B-41A0-B573-1815406E02FF}"/>
              </a:ext>
            </a:extLst>
          </p:cNvPr>
          <p:cNvSpPr/>
          <p:nvPr/>
        </p:nvSpPr>
        <p:spPr bwMode="auto">
          <a:xfrm>
            <a:off x="1626922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0" dirty="0">
              <a:cs typeface="Arial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0F93C2D-36F1-4F3D-8792-C354A6386E80}"/>
              </a:ext>
            </a:extLst>
          </p:cNvPr>
          <p:cNvSpPr/>
          <p:nvPr/>
        </p:nvSpPr>
        <p:spPr bwMode="auto">
          <a:xfrm>
            <a:off x="1866633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0" dirty="0">
              <a:cs typeface="Arial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9EB32BE-B49D-4985-B20B-6527A63632C6}"/>
              </a:ext>
            </a:extLst>
          </p:cNvPr>
          <p:cNvSpPr/>
          <p:nvPr/>
        </p:nvSpPr>
        <p:spPr bwMode="auto">
          <a:xfrm>
            <a:off x="2110151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0">
              <a:cs typeface="Arial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DE3F855-3DF5-4365-9FC5-C60661F1E07F}"/>
              </a:ext>
            </a:extLst>
          </p:cNvPr>
          <p:cNvSpPr/>
          <p:nvPr/>
        </p:nvSpPr>
        <p:spPr bwMode="auto">
          <a:xfrm>
            <a:off x="2349863" y="3339147"/>
            <a:ext cx="473715" cy="2640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400" b="0" dirty="0">
                <a:cs typeface="Arial" charset="0"/>
              </a:rPr>
              <a:t>ICI/IT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A6D7B86-6495-4C4C-A0E1-57DCAB617D3D}"/>
              </a:ext>
            </a:extLst>
          </p:cNvPr>
          <p:cNvSpPr/>
          <p:nvPr/>
        </p:nvSpPr>
        <p:spPr bwMode="auto">
          <a:xfrm>
            <a:off x="3055679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507D17B-DE10-4278-B6BC-0E8BEA42BD4C}"/>
              </a:ext>
            </a:extLst>
          </p:cNvPr>
          <p:cNvSpPr/>
          <p:nvPr/>
        </p:nvSpPr>
        <p:spPr bwMode="auto">
          <a:xfrm>
            <a:off x="3295391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EBBCBCC-D2B8-4A62-B226-901338046285}"/>
              </a:ext>
            </a:extLst>
          </p:cNvPr>
          <p:cNvSpPr/>
          <p:nvPr/>
        </p:nvSpPr>
        <p:spPr bwMode="auto">
          <a:xfrm>
            <a:off x="3529396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6BFBC24-88F6-49D8-B36D-141DAE14A026}"/>
              </a:ext>
            </a:extLst>
          </p:cNvPr>
          <p:cNvSpPr/>
          <p:nvPr/>
        </p:nvSpPr>
        <p:spPr bwMode="auto">
          <a:xfrm>
            <a:off x="3769108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E73E29B-FB34-4560-AB83-493A58F8DFF5}"/>
              </a:ext>
            </a:extLst>
          </p:cNvPr>
          <p:cNvSpPr/>
          <p:nvPr/>
        </p:nvSpPr>
        <p:spPr bwMode="auto">
          <a:xfrm>
            <a:off x="4008820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7007B545-9400-40EF-BB69-604CC47ACECE}"/>
              </a:ext>
            </a:extLst>
          </p:cNvPr>
          <p:cNvSpPr/>
          <p:nvPr/>
        </p:nvSpPr>
        <p:spPr bwMode="auto">
          <a:xfrm>
            <a:off x="4248532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97A977D-1C18-4797-B12F-29B634F8F680}"/>
              </a:ext>
            </a:extLst>
          </p:cNvPr>
          <p:cNvSpPr/>
          <p:nvPr/>
        </p:nvSpPr>
        <p:spPr bwMode="auto">
          <a:xfrm>
            <a:off x="4482535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509EAFC-6B94-4BA4-BE6A-410ABA1A1678}"/>
              </a:ext>
            </a:extLst>
          </p:cNvPr>
          <p:cNvSpPr/>
          <p:nvPr/>
        </p:nvSpPr>
        <p:spPr bwMode="auto">
          <a:xfrm>
            <a:off x="4722247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5429A6F-61CB-4D64-A905-2D90C68F1CD6}"/>
              </a:ext>
            </a:extLst>
          </p:cNvPr>
          <p:cNvSpPr/>
          <p:nvPr/>
        </p:nvSpPr>
        <p:spPr bwMode="auto">
          <a:xfrm>
            <a:off x="4956252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5E3BC30-DD4F-442B-85AD-183CBDE1FA47}"/>
              </a:ext>
            </a:extLst>
          </p:cNvPr>
          <p:cNvSpPr/>
          <p:nvPr/>
        </p:nvSpPr>
        <p:spPr bwMode="auto">
          <a:xfrm>
            <a:off x="5195964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EDC25C1-F75F-480A-B8A7-1566474E50B9}"/>
              </a:ext>
            </a:extLst>
          </p:cNvPr>
          <p:cNvSpPr/>
          <p:nvPr/>
        </p:nvSpPr>
        <p:spPr bwMode="auto">
          <a:xfrm>
            <a:off x="5429968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22016F0-BA5F-4F10-820C-56A9ED045E81}"/>
              </a:ext>
            </a:extLst>
          </p:cNvPr>
          <p:cNvSpPr/>
          <p:nvPr/>
        </p:nvSpPr>
        <p:spPr bwMode="auto">
          <a:xfrm>
            <a:off x="5669679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85194C4-9765-4508-A5CF-24E9288C01EA}"/>
              </a:ext>
            </a:extLst>
          </p:cNvPr>
          <p:cNvSpPr/>
          <p:nvPr/>
        </p:nvSpPr>
        <p:spPr bwMode="auto">
          <a:xfrm>
            <a:off x="5909391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1947076-561F-44A0-9CD6-6CB6D1B2330C}"/>
              </a:ext>
            </a:extLst>
          </p:cNvPr>
          <p:cNvSpPr/>
          <p:nvPr/>
        </p:nvSpPr>
        <p:spPr bwMode="auto">
          <a:xfrm>
            <a:off x="6149103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A8FCCE4-D7DB-4787-ACEA-AB60AE73F2A3}"/>
              </a:ext>
            </a:extLst>
          </p:cNvPr>
          <p:cNvSpPr/>
          <p:nvPr/>
        </p:nvSpPr>
        <p:spPr bwMode="auto">
          <a:xfrm>
            <a:off x="6383108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845663A-7C9D-4A4F-8E3E-65E276C04B0A}"/>
              </a:ext>
            </a:extLst>
          </p:cNvPr>
          <p:cNvSpPr/>
          <p:nvPr/>
        </p:nvSpPr>
        <p:spPr bwMode="auto">
          <a:xfrm>
            <a:off x="6622820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31ADC54E-08DE-4AFF-8327-1CBF063FED4D}"/>
              </a:ext>
            </a:extLst>
          </p:cNvPr>
          <p:cNvSpPr/>
          <p:nvPr/>
        </p:nvSpPr>
        <p:spPr bwMode="auto">
          <a:xfrm>
            <a:off x="6856824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B5851EE-648A-4860-81F6-6DF1B0C439CF}"/>
              </a:ext>
            </a:extLst>
          </p:cNvPr>
          <p:cNvSpPr/>
          <p:nvPr/>
        </p:nvSpPr>
        <p:spPr bwMode="auto">
          <a:xfrm>
            <a:off x="7096535" y="3339147"/>
            <a:ext cx="237810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8462E99-F2BD-46BC-94BB-8F3F0CD2965B}"/>
              </a:ext>
            </a:extLst>
          </p:cNvPr>
          <p:cNvSpPr/>
          <p:nvPr/>
        </p:nvSpPr>
        <p:spPr bwMode="auto">
          <a:xfrm>
            <a:off x="7328637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CED1942-6D73-4CEE-9B71-4C861B38048B}"/>
              </a:ext>
            </a:extLst>
          </p:cNvPr>
          <p:cNvSpPr/>
          <p:nvPr/>
        </p:nvSpPr>
        <p:spPr bwMode="auto">
          <a:xfrm>
            <a:off x="7568349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B931B128-617A-48A5-AC08-7D5A984BA73C}"/>
              </a:ext>
            </a:extLst>
          </p:cNvPr>
          <p:cNvSpPr/>
          <p:nvPr/>
        </p:nvSpPr>
        <p:spPr bwMode="auto">
          <a:xfrm>
            <a:off x="7808061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1508A09-8F05-48DF-AFEF-E477EEBC4FC2}"/>
              </a:ext>
            </a:extLst>
          </p:cNvPr>
          <p:cNvSpPr/>
          <p:nvPr/>
        </p:nvSpPr>
        <p:spPr bwMode="auto">
          <a:xfrm>
            <a:off x="8047772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21B2B94-A08C-4456-882B-B3CDE1B80A35}"/>
              </a:ext>
            </a:extLst>
          </p:cNvPr>
          <p:cNvSpPr/>
          <p:nvPr/>
        </p:nvSpPr>
        <p:spPr bwMode="auto">
          <a:xfrm>
            <a:off x="8281777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9513D1F-87ED-4174-8673-A2C1F38E8DB9}"/>
              </a:ext>
            </a:extLst>
          </p:cNvPr>
          <p:cNvSpPr/>
          <p:nvPr/>
        </p:nvSpPr>
        <p:spPr bwMode="auto">
          <a:xfrm>
            <a:off x="8521489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16455893-FC01-444C-95FE-F79D2C8CB943}"/>
              </a:ext>
            </a:extLst>
          </p:cNvPr>
          <p:cNvSpPr/>
          <p:nvPr/>
        </p:nvSpPr>
        <p:spPr bwMode="auto">
          <a:xfrm>
            <a:off x="1155108" y="3339147"/>
            <a:ext cx="7606093" cy="264072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6" name="TextBox 142">
            <a:extLst>
              <a:ext uri="{FF2B5EF4-FFF2-40B4-BE49-F238E27FC236}">
                <a16:creationId xmlns:a16="http://schemas.microsoft.com/office/drawing/2014/main" id="{D88089E4-119A-438B-8FE5-19FE49AB3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7947" y="3339148"/>
            <a:ext cx="1248023" cy="276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/>
              <a:t>Reserved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FEECF288-2E80-4463-B2CF-59DD4F4B17E7}"/>
              </a:ext>
            </a:extLst>
          </p:cNvPr>
          <p:cNvSpPr/>
          <p:nvPr/>
        </p:nvSpPr>
        <p:spPr bwMode="auto">
          <a:xfrm>
            <a:off x="2823577" y="3339147"/>
            <a:ext cx="237810" cy="2640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0" dirty="0">
                <a:cs typeface="Arial" charset="0"/>
              </a:rPr>
              <a:t>T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3865754D-DE16-4F39-B1B0-DA5943946BF1}"/>
              </a:ext>
            </a:extLst>
          </p:cNvPr>
          <p:cNvSpPr/>
          <p:nvPr/>
        </p:nvSpPr>
        <p:spPr bwMode="auto">
          <a:xfrm>
            <a:off x="3055679" y="4514356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6E93E8F1-45C8-45CC-B373-7F5661A4CDAC}"/>
              </a:ext>
            </a:extLst>
          </p:cNvPr>
          <p:cNvSpPr/>
          <p:nvPr/>
        </p:nvSpPr>
        <p:spPr bwMode="auto">
          <a:xfrm>
            <a:off x="3295391" y="4514356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AFCC2AB-1DE5-4E46-A408-A603476BC0DC}"/>
              </a:ext>
            </a:extLst>
          </p:cNvPr>
          <p:cNvSpPr/>
          <p:nvPr/>
        </p:nvSpPr>
        <p:spPr bwMode="auto">
          <a:xfrm>
            <a:off x="3529396" y="4514356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D1D7D1A-5E84-4709-8248-A578919960E8}"/>
              </a:ext>
            </a:extLst>
          </p:cNvPr>
          <p:cNvSpPr/>
          <p:nvPr/>
        </p:nvSpPr>
        <p:spPr bwMode="auto">
          <a:xfrm>
            <a:off x="3769108" y="4514356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D012AA1-6463-46CA-9447-F46147A08F0D}"/>
              </a:ext>
            </a:extLst>
          </p:cNvPr>
          <p:cNvSpPr/>
          <p:nvPr/>
        </p:nvSpPr>
        <p:spPr bwMode="auto">
          <a:xfrm>
            <a:off x="4008820" y="4514356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C70CD862-50B5-4C82-A42C-3DCF77853209}"/>
              </a:ext>
            </a:extLst>
          </p:cNvPr>
          <p:cNvSpPr/>
          <p:nvPr/>
        </p:nvSpPr>
        <p:spPr bwMode="auto">
          <a:xfrm>
            <a:off x="4248532" y="4514356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04B20A9-0070-459B-AD5B-2686AAB485F3}"/>
              </a:ext>
            </a:extLst>
          </p:cNvPr>
          <p:cNvSpPr/>
          <p:nvPr/>
        </p:nvSpPr>
        <p:spPr bwMode="auto">
          <a:xfrm>
            <a:off x="4482535" y="4514356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566CDDF-BF45-403E-87AF-598F6C2E43FE}"/>
              </a:ext>
            </a:extLst>
          </p:cNvPr>
          <p:cNvSpPr/>
          <p:nvPr/>
        </p:nvSpPr>
        <p:spPr bwMode="auto">
          <a:xfrm>
            <a:off x="4722247" y="4514356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E4A65F3-34EF-471D-9C2E-7512DF187876}"/>
              </a:ext>
            </a:extLst>
          </p:cNvPr>
          <p:cNvSpPr/>
          <p:nvPr/>
        </p:nvSpPr>
        <p:spPr bwMode="auto">
          <a:xfrm>
            <a:off x="4956252" y="4514356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64DB2790-A34C-4D7B-ADEA-5F46A4AB8753}"/>
              </a:ext>
            </a:extLst>
          </p:cNvPr>
          <p:cNvSpPr/>
          <p:nvPr/>
        </p:nvSpPr>
        <p:spPr bwMode="auto">
          <a:xfrm>
            <a:off x="5195964" y="4514356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3EC4CDFA-F92B-4AC6-A958-80818AFD4FD0}"/>
              </a:ext>
            </a:extLst>
          </p:cNvPr>
          <p:cNvSpPr/>
          <p:nvPr/>
        </p:nvSpPr>
        <p:spPr bwMode="auto">
          <a:xfrm>
            <a:off x="5429968" y="4514356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31CE36A-EF5F-4EE4-A95B-86B9DB4AF71C}"/>
              </a:ext>
            </a:extLst>
          </p:cNvPr>
          <p:cNvSpPr/>
          <p:nvPr/>
        </p:nvSpPr>
        <p:spPr bwMode="auto">
          <a:xfrm>
            <a:off x="5669679" y="4514356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7E111690-1753-4E03-B833-C0D763FC959F}"/>
              </a:ext>
            </a:extLst>
          </p:cNvPr>
          <p:cNvSpPr/>
          <p:nvPr/>
        </p:nvSpPr>
        <p:spPr bwMode="auto">
          <a:xfrm>
            <a:off x="5909391" y="4514356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3F6BF773-7EBF-46BA-8C7B-D1E8AC322732}"/>
              </a:ext>
            </a:extLst>
          </p:cNvPr>
          <p:cNvSpPr/>
          <p:nvPr/>
        </p:nvSpPr>
        <p:spPr bwMode="auto">
          <a:xfrm>
            <a:off x="6149103" y="4505792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28641D4-6BE4-42F0-9DEF-5328BBB089B2}"/>
              </a:ext>
            </a:extLst>
          </p:cNvPr>
          <p:cNvSpPr/>
          <p:nvPr/>
        </p:nvSpPr>
        <p:spPr bwMode="auto">
          <a:xfrm>
            <a:off x="6383108" y="4505792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360E56F-D602-4907-BE12-BC4495F32E15}"/>
              </a:ext>
            </a:extLst>
          </p:cNvPr>
          <p:cNvSpPr/>
          <p:nvPr/>
        </p:nvSpPr>
        <p:spPr bwMode="auto">
          <a:xfrm>
            <a:off x="6622820" y="4514356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C49516BC-AC41-4F00-AD9D-4D90FA55F70D}"/>
              </a:ext>
            </a:extLst>
          </p:cNvPr>
          <p:cNvSpPr/>
          <p:nvPr/>
        </p:nvSpPr>
        <p:spPr bwMode="auto">
          <a:xfrm>
            <a:off x="6856824" y="4514356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24E1D1CC-70EC-4CA7-8615-4B382AA3D3C2}"/>
              </a:ext>
            </a:extLst>
          </p:cNvPr>
          <p:cNvSpPr/>
          <p:nvPr/>
        </p:nvSpPr>
        <p:spPr bwMode="auto">
          <a:xfrm>
            <a:off x="7096535" y="4514356"/>
            <a:ext cx="237810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6" name="TextBox 175">
            <a:extLst>
              <a:ext uri="{FF2B5EF4-FFF2-40B4-BE49-F238E27FC236}">
                <a16:creationId xmlns:a16="http://schemas.microsoft.com/office/drawing/2014/main" id="{68648CD0-3075-4696-B669-7E74DA96E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5132" y="4514356"/>
            <a:ext cx="10568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Reserved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EE525114-3B9F-40BF-8378-90F023342A73}"/>
              </a:ext>
            </a:extLst>
          </p:cNvPr>
          <p:cNvSpPr/>
          <p:nvPr/>
        </p:nvSpPr>
        <p:spPr bwMode="auto">
          <a:xfrm>
            <a:off x="7328637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226853F-3ADD-4E19-B18E-B805DC1E278B}"/>
              </a:ext>
            </a:extLst>
          </p:cNvPr>
          <p:cNvSpPr/>
          <p:nvPr/>
        </p:nvSpPr>
        <p:spPr bwMode="auto">
          <a:xfrm>
            <a:off x="7568349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D55D5F5-D625-4899-A7C0-8BE44198F5DC}"/>
              </a:ext>
            </a:extLst>
          </p:cNvPr>
          <p:cNvSpPr/>
          <p:nvPr/>
        </p:nvSpPr>
        <p:spPr bwMode="auto">
          <a:xfrm>
            <a:off x="7808061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3A3B9F4-3E85-41FC-A10B-E5971133B270}"/>
              </a:ext>
            </a:extLst>
          </p:cNvPr>
          <p:cNvSpPr/>
          <p:nvPr/>
        </p:nvSpPr>
        <p:spPr bwMode="auto">
          <a:xfrm>
            <a:off x="8047772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AB4E03AC-784F-4130-8827-18D68D5F6E44}"/>
              </a:ext>
            </a:extLst>
          </p:cNvPr>
          <p:cNvSpPr/>
          <p:nvPr/>
        </p:nvSpPr>
        <p:spPr bwMode="auto">
          <a:xfrm>
            <a:off x="8281777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B6447CF9-AD34-4EFD-99F1-FF7212AF0999}"/>
              </a:ext>
            </a:extLst>
          </p:cNvPr>
          <p:cNvSpPr/>
          <p:nvPr/>
        </p:nvSpPr>
        <p:spPr bwMode="auto">
          <a:xfrm>
            <a:off x="8521489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3" name="TextBox 187">
            <a:extLst>
              <a:ext uri="{FF2B5EF4-FFF2-40B4-BE49-F238E27FC236}">
                <a16:creationId xmlns:a16="http://schemas.microsoft.com/office/drawing/2014/main" id="{4FC34199-D78E-4AAD-BD4F-3D1CA46C2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5512" y="4508647"/>
            <a:ext cx="1457295" cy="276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ISR number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01593D0-75BC-44AC-8888-D7FEEBDDA23B}"/>
              </a:ext>
            </a:extLst>
          </p:cNvPr>
          <p:cNvSpPr/>
          <p:nvPr/>
        </p:nvSpPr>
        <p:spPr bwMode="auto">
          <a:xfrm>
            <a:off x="1155108" y="4514356"/>
            <a:ext cx="7606093" cy="264071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5" name="TextBox 189">
            <a:extLst>
              <a:ext uri="{FF2B5EF4-FFF2-40B4-BE49-F238E27FC236}">
                <a16:creationId xmlns:a16="http://schemas.microsoft.com/office/drawing/2014/main" id="{B44D381E-FEC3-4575-B882-A4112F1F7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703" y="2242895"/>
            <a:ext cx="66967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APSR</a:t>
            </a:r>
          </a:p>
        </p:txBody>
      </p:sp>
      <p:sp>
        <p:nvSpPr>
          <p:cNvPr id="146" name="TextBox 190">
            <a:extLst>
              <a:ext uri="{FF2B5EF4-FFF2-40B4-BE49-F238E27FC236}">
                <a16:creationId xmlns:a16="http://schemas.microsoft.com/office/drawing/2014/main" id="{CE950499-E750-415E-BDF4-F559AD2FF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338" y="2769611"/>
            <a:ext cx="6430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/>
              <a:t>IPSR</a:t>
            </a:r>
          </a:p>
        </p:txBody>
      </p:sp>
      <p:sp>
        <p:nvSpPr>
          <p:cNvPr id="147" name="TextBox 191">
            <a:extLst>
              <a:ext uri="{FF2B5EF4-FFF2-40B4-BE49-F238E27FC236}">
                <a16:creationId xmlns:a16="http://schemas.microsoft.com/office/drawing/2014/main" id="{A4A54773-D0EC-4E8D-8721-5B1A7D084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066" y="3326302"/>
            <a:ext cx="69630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EPSR</a:t>
            </a:r>
          </a:p>
        </p:txBody>
      </p:sp>
      <p:sp>
        <p:nvSpPr>
          <p:cNvPr id="148" name="TextBox 192">
            <a:extLst>
              <a:ext uri="{FF2B5EF4-FFF2-40B4-BE49-F238E27FC236}">
                <a16:creationId xmlns:a16="http://schemas.microsoft.com/office/drawing/2014/main" id="{A82AD67E-01CD-4280-99DA-A2D9DBBAB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338" y="4495800"/>
            <a:ext cx="6430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PSR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CEAF0E8-BA17-4D51-B3E3-32E7F5F887BE}"/>
              </a:ext>
            </a:extLst>
          </p:cNvPr>
          <p:cNvSpPr/>
          <p:nvPr/>
        </p:nvSpPr>
        <p:spPr bwMode="auto">
          <a:xfrm>
            <a:off x="2106345" y="2261452"/>
            <a:ext cx="239712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16A4B8D1-4535-44B8-B29B-C02808A256A9}"/>
              </a:ext>
            </a:extLst>
          </p:cNvPr>
          <p:cNvSpPr/>
          <p:nvPr/>
        </p:nvSpPr>
        <p:spPr bwMode="auto">
          <a:xfrm>
            <a:off x="2349863" y="4512501"/>
            <a:ext cx="473715" cy="26592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400" b="0" dirty="0">
                <a:cs typeface="Arial" charset="0"/>
              </a:rPr>
              <a:t>ICI/IT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5AD78AE-C3D6-45BC-8E10-E7B863D9686E}"/>
              </a:ext>
            </a:extLst>
          </p:cNvPr>
          <p:cNvSpPr/>
          <p:nvPr/>
        </p:nvSpPr>
        <p:spPr bwMode="auto">
          <a:xfrm>
            <a:off x="2823577" y="4512501"/>
            <a:ext cx="237810" cy="26592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0" dirty="0">
                <a:cs typeface="Arial" charset="0"/>
              </a:rPr>
              <a:t>T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E025A097-4EBD-4C13-895B-09051144B7A4}"/>
              </a:ext>
            </a:extLst>
          </p:cNvPr>
          <p:cNvSpPr/>
          <p:nvPr/>
        </p:nvSpPr>
        <p:spPr bwMode="auto">
          <a:xfrm>
            <a:off x="1155108" y="4512930"/>
            <a:ext cx="237808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0DEF319D-969E-486D-84A8-E35102197EDB}"/>
              </a:ext>
            </a:extLst>
          </p:cNvPr>
          <p:cNvSpPr/>
          <p:nvPr/>
        </p:nvSpPr>
        <p:spPr bwMode="auto">
          <a:xfrm>
            <a:off x="1392917" y="4512930"/>
            <a:ext cx="239712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01265415-19E5-4060-87AA-110FFDA83F85}"/>
              </a:ext>
            </a:extLst>
          </p:cNvPr>
          <p:cNvSpPr/>
          <p:nvPr/>
        </p:nvSpPr>
        <p:spPr bwMode="auto">
          <a:xfrm>
            <a:off x="1626922" y="4512930"/>
            <a:ext cx="239712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F9678C94-2C85-403A-B830-B0E8C5460086}"/>
              </a:ext>
            </a:extLst>
          </p:cNvPr>
          <p:cNvSpPr/>
          <p:nvPr/>
        </p:nvSpPr>
        <p:spPr bwMode="auto">
          <a:xfrm>
            <a:off x="1866633" y="4512930"/>
            <a:ext cx="239712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B9FC768-1AC3-4342-9A16-035324535CA0}"/>
              </a:ext>
            </a:extLst>
          </p:cNvPr>
          <p:cNvSpPr/>
          <p:nvPr/>
        </p:nvSpPr>
        <p:spPr bwMode="auto">
          <a:xfrm>
            <a:off x="2106345" y="4512930"/>
            <a:ext cx="239712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BC5C6772-9B34-48B3-B35B-7E317F28FA48}"/>
              </a:ext>
            </a:extLst>
          </p:cNvPr>
          <p:cNvSpPr/>
          <p:nvPr/>
        </p:nvSpPr>
        <p:spPr bwMode="auto">
          <a:xfrm>
            <a:off x="6151957" y="3339147"/>
            <a:ext cx="473715" cy="2640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200" b="0" dirty="0">
                <a:cs typeface="Arial" charset="0"/>
              </a:rPr>
              <a:t>ICI/IT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4D4E244D-1ECE-4A09-A40F-FBFBC680BB13}"/>
              </a:ext>
            </a:extLst>
          </p:cNvPr>
          <p:cNvSpPr/>
          <p:nvPr/>
        </p:nvSpPr>
        <p:spPr bwMode="auto">
          <a:xfrm>
            <a:off x="6151957" y="4514559"/>
            <a:ext cx="473715" cy="2640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200" b="0" dirty="0">
                <a:cs typeface="Arial" charset="0"/>
              </a:rPr>
              <a:t>ICI/IT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36C436D0-0111-4AEB-AF9D-59837A5D9AB9}"/>
              </a:ext>
            </a:extLst>
          </p:cNvPr>
          <p:cNvSpPr/>
          <p:nvPr/>
        </p:nvSpPr>
        <p:spPr bwMode="auto">
          <a:xfrm>
            <a:off x="2349862" y="1983274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26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B0F532E8-752E-4140-9A07-EB8A3FF1F025}"/>
              </a:ext>
            </a:extLst>
          </p:cNvPr>
          <p:cNvSpPr/>
          <p:nvPr/>
        </p:nvSpPr>
        <p:spPr bwMode="auto">
          <a:xfrm>
            <a:off x="2583866" y="1983274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25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D357A616-79B3-44E3-A86F-CA9699F9F020}"/>
              </a:ext>
            </a:extLst>
          </p:cNvPr>
          <p:cNvSpPr/>
          <p:nvPr/>
        </p:nvSpPr>
        <p:spPr bwMode="auto">
          <a:xfrm>
            <a:off x="2823577" y="1983274"/>
            <a:ext cx="237810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24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4E983A5E-2621-4B97-B01A-21EAAC761ADB}"/>
              </a:ext>
            </a:extLst>
          </p:cNvPr>
          <p:cNvSpPr/>
          <p:nvPr/>
        </p:nvSpPr>
        <p:spPr bwMode="auto">
          <a:xfrm>
            <a:off x="3055679" y="1983274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23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92E354AD-8939-41F4-9CE2-51F3549C873B}"/>
              </a:ext>
            </a:extLst>
          </p:cNvPr>
          <p:cNvSpPr/>
          <p:nvPr/>
        </p:nvSpPr>
        <p:spPr bwMode="auto">
          <a:xfrm>
            <a:off x="3295391" y="1983274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58C0D6A6-C56B-4AED-A9F1-CAD32F92C7FB}"/>
              </a:ext>
            </a:extLst>
          </p:cNvPr>
          <p:cNvSpPr/>
          <p:nvPr/>
        </p:nvSpPr>
        <p:spPr bwMode="auto">
          <a:xfrm>
            <a:off x="3529396" y="1983274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21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578AA74F-27C7-4705-AB82-9CA4E3218E41}"/>
              </a:ext>
            </a:extLst>
          </p:cNvPr>
          <p:cNvSpPr/>
          <p:nvPr/>
        </p:nvSpPr>
        <p:spPr bwMode="auto">
          <a:xfrm>
            <a:off x="3769108" y="1983274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20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5DABE315-AB84-4FA5-B8A5-15C6B8C01DC8}"/>
              </a:ext>
            </a:extLst>
          </p:cNvPr>
          <p:cNvSpPr/>
          <p:nvPr/>
        </p:nvSpPr>
        <p:spPr bwMode="auto">
          <a:xfrm>
            <a:off x="4008820" y="1983274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19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7BE3781-4872-4BCA-929A-B18A5C3D90D0}"/>
              </a:ext>
            </a:extLst>
          </p:cNvPr>
          <p:cNvSpPr/>
          <p:nvPr/>
        </p:nvSpPr>
        <p:spPr bwMode="auto">
          <a:xfrm>
            <a:off x="4248532" y="1983274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18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79E489DB-B273-4A1D-A481-1044EB120F22}"/>
              </a:ext>
            </a:extLst>
          </p:cNvPr>
          <p:cNvSpPr/>
          <p:nvPr/>
        </p:nvSpPr>
        <p:spPr bwMode="auto">
          <a:xfrm>
            <a:off x="4482535" y="1983274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17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54E8EB63-9CC6-457F-8316-8E8F15423204}"/>
              </a:ext>
            </a:extLst>
          </p:cNvPr>
          <p:cNvSpPr/>
          <p:nvPr/>
        </p:nvSpPr>
        <p:spPr bwMode="auto">
          <a:xfrm>
            <a:off x="4722247" y="1983274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16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6348944-0BAA-4609-B702-10AD73B7E1E9}"/>
              </a:ext>
            </a:extLst>
          </p:cNvPr>
          <p:cNvSpPr/>
          <p:nvPr/>
        </p:nvSpPr>
        <p:spPr bwMode="auto">
          <a:xfrm>
            <a:off x="4956252" y="1983274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15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D90ADC4-3AFC-44CD-993C-DA70103E1345}"/>
              </a:ext>
            </a:extLst>
          </p:cNvPr>
          <p:cNvSpPr/>
          <p:nvPr/>
        </p:nvSpPr>
        <p:spPr bwMode="auto">
          <a:xfrm>
            <a:off x="5195964" y="1983274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14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6689AF7-A7EB-4B27-8F15-D61D230D7568}"/>
              </a:ext>
            </a:extLst>
          </p:cNvPr>
          <p:cNvSpPr/>
          <p:nvPr/>
        </p:nvSpPr>
        <p:spPr bwMode="auto">
          <a:xfrm>
            <a:off x="5429968" y="1983274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13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490103A2-FF36-4438-A7BC-B9CE17515E2E}"/>
              </a:ext>
            </a:extLst>
          </p:cNvPr>
          <p:cNvSpPr/>
          <p:nvPr/>
        </p:nvSpPr>
        <p:spPr bwMode="auto">
          <a:xfrm>
            <a:off x="5669679" y="1983274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12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74F50D91-4602-41DA-856C-E195E547047D}"/>
              </a:ext>
            </a:extLst>
          </p:cNvPr>
          <p:cNvSpPr/>
          <p:nvPr/>
        </p:nvSpPr>
        <p:spPr bwMode="auto">
          <a:xfrm>
            <a:off x="5909391" y="1983274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11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FE23828C-1073-483A-8B03-3CF9D12B1E9D}"/>
              </a:ext>
            </a:extLst>
          </p:cNvPr>
          <p:cNvSpPr/>
          <p:nvPr/>
        </p:nvSpPr>
        <p:spPr bwMode="auto">
          <a:xfrm>
            <a:off x="6149103" y="1983274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10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50AB28BA-EC6D-49DE-BB9C-9A14888BC703}"/>
              </a:ext>
            </a:extLst>
          </p:cNvPr>
          <p:cNvSpPr/>
          <p:nvPr/>
        </p:nvSpPr>
        <p:spPr bwMode="auto">
          <a:xfrm>
            <a:off x="6383108" y="1983274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9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ABBE835-1D7F-4B5B-945D-E2FF7E90077E}"/>
              </a:ext>
            </a:extLst>
          </p:cNvPr>
          <p:cNvSpPr/>
          <p:nvPr/>
        </p:nvSpPr>
        <p:spPr bwMode="auto">
          <a:xfrm>
            <a:off x="6622820" y="1983274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8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0BF9CD00-3549-42B1-8E48-68646758B889}"/>
              </a:ext>
            </a:extLst>
          </p:cNvPr>
          <p:cNvSpPr/>
          <p:nvPr/>
        </p:nvSpPr>
        <p:spPr bwMode="auto">
          <a:xfrm>
            <a:off x="6856824" y="1983274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7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8BEB8D20-3DBC-4FBD-B4B7-7F568492B515}"/>
              </a:ext>
            </a:extLst>
          </p:cNvPr>
          <p:cNvSpPr/>
          <p:nvPr/>
        </p:nvSpPr>
        <p:spPr bwMode="auto">
          <a:xfrm>
            <a:off x="7096535" y="1983274"/>
            <a:ext cx="237810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6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C1E4984E-D964-4127-A94D-DAF7723E87C1}"/>
              </a:ext>
            </a:extLst>
          </p:cNvPr>
          <p:cNvSpPr/>
          <p:nvPr/>
        </p:nvSpPr>
        <p:spPr bwMode="auto">
          <a:xfrm>
            <a:off x="7328637" y="1983274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5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12F8595B-BF2E-498F-83FC-B62D8475CC0B}"/>
              </a:ext>
            </a:extLst>
          </p:cNvPr>
          <p:cNvSpPr/>
          <p:nvPr/>
        </p:nvSpPr>
        <p:spPr bwMode="auto">
          <a:xfrm>
            <a:off x="7568349" y="1983274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4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D2309E76-4F14-463E-BE62-C8F561F3A781}"/>
              </a:ext>
            </a:extLst>
          </p:cNvPr>
          <p:cNvSpPr/>
          <p:nvPr/>
        </p:nvSpPr>
        <p:spPr bwMode="auto">
          <a:xfrm>
            <a:off x="7808061" y="1983274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3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FCFA5803-D95D-4128-A39D-3ABFF287FD7D}"/>
              </a:ext>
            </a:extLst>
          </p:cNvPr>
          <p:cNvSpPr/>
          <p:nvPr/>
        </p:nvSpPr>
        <p:spPr bwMode="auto">
          <a:xfrm>
            <a:off x="8047772" y="1983274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11F71BA1-72B1-49DF-9B21-B7BFB4F6F146}"/>
              </a:ext>
            </a:extLst>
          </p:cNvPr>
          <p:cNvSpPr/>
          <p:nvPr/>
        </p:nvSpPr>
        <p:spPr bwMode="auto">
          <a:xfrm>
            <a:off x="8281777" y="1983274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43609A8D-2714-48C8-94C5-CE77F72B4032}"/>
              </a:ext>
            </a:extLst>
          </p:cNvPr>
          <p:cNvSpPr/>
          <p:nvPr/>
        </p:nvSpPr>
        <p:spPr bwMode="auto">
          <a:xfrm>
            <a:off x="8521489" y="1983274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0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822F57FC-5807-409C-9221-99B22D8A285E}"/>
              </a:ext>
            </a:extLst>
          </p:cNvPr>
          <p:cNvSpPr/>
          <p:nvPr/>
        </p:nvSpPr>
        <p:spPr bwMode="auto">
          <a:xfrm>
            <a:off x="1162263" y="1981200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31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2034F344-EB89-4EB9-B815-46666BAF73D8}"/>
              </a:ext>
            </a:extLst>
          </p:cNvPr>
          <p:cNvSpPr/>
          <p:nvPr/>
        </p:nvSpPr>
        <p:spPr bwMode="auto">
          <a:xfrm>
            <a:off x="1401974" y="1981200"/>
            <a:ext cx="237810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30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3C600F56-A17B-4CA5-BAE0-DB2D9978E702}"/>
              </a:ext>
            </a:extLst>
          </p:cNvPr>
          <p:cNvSpPr/>
          <p:nvPr/>
        </p:nvSpPr>
        <p:spPr bwMode="auto">
          <a:xfrm>
            <a:off x="1634076" y="1981200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29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12F607C8-1083-471B-B621-AC7385F04F57}"/>
              </a:ext>
            </a:extLst>
          </p:cNvPr>
          <p:cNvSpPr/>
          <p:nvPr/>
        </p:nvSpPr>
        <p:spPr bwMode="auto">
          <a:xfrm>
            <a:off x="1873788" y="1981200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28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828E4285-088D-4927-BF70-BCA6FE0E3CC5}"/>
              </a:ext>
            </a:extLst>
          </p:cNvPr>
          <p:cNvSpPr/>
          <p:nvPr/>
        </p:nvSpPr>
        <p:spPr bwMode="auto">
          <a:xfrm>
            <a:off x="2107793" y="1981200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27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E787421E-5E17-42CF-831D-FC13CE3CF974}"/>
              </a:ext>
            </a:extLst>
          </p:cNvPr>
          <p:cNvSpPr/>
          <p:nvPr/>
        </p:nvSpPr>
        <p:spPr>
          <a:xfrm>
            <a:off x="342551" y="3953266"/>
            <a:ext cx="73536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Combine them together into one register </a:t>
            </a:r>
            <a:r>
              <a:rPr lang="en-US" b="1" dirty="0">
                <a:solidFill>
                  <a:srgbClr val="C00000"/>
                </a:solidFill>
              </a:rPr>
              <a:t>PSR = APSR + IPSR + EPSR </a:t>
            </a:r>
            <a:endParaRPr lang="en-US" dirty="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3E571097-D5A4-4173-8762-EA485FF7AEF9}"/>
              </a:ext>
            </a:extLst>
          </p:cNvPr>
          <p:cNvSpPr/>
          <p:nvPr/>
        </p:nvSpPr>
        <p:spPr bwMode="auto">
          <a:xfrm>
            <a:off x="4009545" y="2260024"/>
            <a:ext cx="943456" cy="2648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0" dirty="0">
                <a:cs typeface="Arial" charset="0"/>
              </a:rPr>
              <a:t>GE</a:t>
            </a:r>
          </a:p>
        </p:txBody>
      </p:sp>
      <p:sp>
        <p:nvSpPr>
          <p:cNvPr id="200" name="TextBox 106">
            <a:extLst>
              <a:ext uri="{FF2B5EF4-FFF2-40B4-BE49-F238E27FC236}">
                <a16:creationId xmlns:a16="http://schemas.microsoft.com/office/drawing/2014/main" id="{18F8F0EB-919C-4850-9071-7B8E9BD59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5613" y="2231464"/>
            <a:ext cx="9427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Reserved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85393E0-B838-4933-8333-EA5CC9833BCE}"/>
              </a:ext>
            </a:extLst>
          </p:cNvPr>
          <p:cNvSpPr/>
          <p:nvPr/>
        </p:nvSpPr>
        <p:spPr bwMode="auto">
          <a:xfrm>
            <a:off x="4016212" y="4511546"/>
            <a:ext cx="943456" cy="2648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0" dirty="0">
                <a:cs typeface="Arial" charset="0"/>
              </a:rPr>
              <a:t>GE</a:t>
            </a:r>
          </a:p>
        </p:txBody>
      </p:sp>
      <p:sp>
        <p:nvSpPr>
          <p:cNvPr id="202" name="TextBox 175">
            <a:extLst>
              <a:ext uri="{FF2B5EF4-FFF2-40B4-BE49-F238E27FC236}">
                <a16:creationId xmlns:a16="http://schemas.microsoft.com/office/drawing/2014/main" id="{BD7F47C9-A0AF-4D8D-A4A8-65B792F7D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2428" y="4483938"/>
            <a:ext cx="10568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Reserved</a:t>
            </a:r>
          </a:p>
        </p:txBody>
      </p:sp>
    </p:spTree>
    <p:extLst>
      <p:ext uri="{BB962C8B-B14F-4D97-AF65-F5344CB8AC3E}">
        <p14:creationId xmlns:p14="http://schemas.microsoft.com/office/powerpoint/2010/main" val="342584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8600" y="1371600"/>
            <a:ext cx="8686800" cy="45243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start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C = A + B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Two 64-bit integers A (r1,r0) and B (r3,r2).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Result C (r5, r4)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A = 00000002FFFFFFFF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B = 0000000400000001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0xFFFFFFFF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A’s lower 32 bits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A’s upper 32 bits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B’s lower 32 bits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0x00000004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B’s upper 32 bits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Add A to B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ADD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r4, r2, r0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C[31..0] = A[31..0] + B[31..0],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update Carry</a:t>
            </a:r>
          </a:p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ADC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r5, r3, r1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C[64..32] = A[64..32] + B[64..32] + Carry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stop  B  stop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11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64-bit Addition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6019800" y="2438400"/>
            <a:ext cx="2819400" cy="1828800"/>
            <a:chOff x="6019800" y="2438400"/>
            <a:chExt cx="2819400" cy="1828800"/>
          </a:xfrm>
        </p:grpSpPr>
        <p:sp>
          <p:nvSpPr>
            <p:cNvPr id="21" name="Rectangle 20"/>
            <p:cNvSpPr/>
            <p:nvPr/>
          </p:nvSpPr>
          <p:spPr>
            <a:xfrm>
              <a:off x="6019800" y="2438400"/>
              <a:ext cx="28194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6624234" y="2590800"/>
              <a:ext cx="838200" cy="36933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467600" y="2590800"/>
              <a:ext cx="838200" cy="36933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r0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631983" y="3048000"/>
              <a:ext cx="838200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r3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75349" y="3048000"/>
              <a:ext cx="838200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r2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619068" y="3645425"/>
              <a:ext cx="838200" cy="369332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r5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462434" y="3645425"/>
              <a:ext cx="838200" cy="369332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r4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6172200" y="3530838"/>
              <a:ext cx="24384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/>
            <p:cNvGrpSpPr/>
            <p:nvPr/>
          </p:nvGrpSpPr>
          <p:grpSpPr>
            <a:xfrm>
              <a:off x="6172200" y="3156467"/>
              <a:ext cx="162732" cy="152399"/>
              <a:chOff x="6619068" y="533400"/>
              <a:chExt cx="162732" cy="152399"/>
            </a:xfrm>
          </p:grpSpPr>
          <p:cxnSp>
            <p:nvCxnSpPr>
              <p:cNvPr id="13" name="Straight Connector 12"/>
              <p:cNvCxnSpPr/>
              <p:nvPr/>
            </p:nvCxnSpPr>
            <p:spPr>
              <a:xfrm>
                <a:off x="6619068" y="609600"/>
                <a:ext cx="16273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 flipV="1">
                <a:off x="6700434" y="533400"/>
                <a:ext cx="0" cy="15239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TextBox 19"/>
            <p:cNvSpPr txBox="1"/>
            <p:nvPr/>
          </p:nvSpPr>
          <p:spPr>
            <a:xfrm>
              <a:off x="8388788" y="2563245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</a:rPr>
                <a:t>A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382000" y="3048000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</a:rPr>
                <a:t>B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382000" y="3645425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</a:rPr>
                <a:t>C</a:t>
              </a:r>
            </a:p>
          </p:txBody>
        </p:sp>
      </p:grp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116A89E-6FE6-CAB0-42A9-ECB4D2DF7A96}"/>
              </a:ext>
            </a:extLst>
          </p:cNvPr>
          <p:cNvSpPr txBox="1">
            <a:spLocks/>
          </p:cNvSpPr>
          <p:nvPr/>
        </p:nvSpPr>
        <p:spPr bwMode="auto">
          <a:xfrm>
            <a:off x="1046691" y="5964110"/>
            <a:ext cx="7050618" cy="599971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600" dirty="0"/>
              <a:t>ADDS “ADD and Set flags”: sets the carry flag C=1 if there is a carry</a:t>
            </a:r>
          </a:p>
          <a:p>
            <a:pPr marL="0" indent="0">
              <a:buNone/>
            </a:pPr>
            <a:r>
              <a:rPr lang="en-US" sz="1600" dirty="0"/>
              <a:t>ADC “ADD with Carry” consumes that carry to complete the high‑half addition</a:t>
            </a: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A6287D91-1899-EFDA-ECDB-98FBFA873E8B}"/>
              </a:ext>
            </a:extLst>
          </p:cNvPr>
          <p:cNvSpPr txBox="1">
            <a:spLocks/>
          </p:cNvSpPr>
          <p:nvPr/>
        </p:nvSpPr>
        <p:spPr bwMode="auto">
          <a:xfrm>
            <a:off x="5171268" y="468704"/>
            <a:ext cx="3733800" cy="1246909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800" dirty="0"/>
              <a:t>A register can only store 32 bits</a:t>
            </a:r>
          </a:p>
          <a:p>
            <a:pPr marL="0" indent="0">
              <a:buNone/>
            </a:pPr>
            <a:r>
              <a:rPr lang="en-US" sz="1800" dirty="0"/>
              <a:t>A 64-bit integer needs two registers</a:t>
            </a:r>
          </a:p>
          <a:p>
            <a:pPr marL="0" indent="0">
              <a:buNone/>
            </a:pPr>
            <a:r>
              <a:rPr lang="en-US" sz="1800" dirty="0"/>
              <a:t>Split 64-bit addition into two 32-bit additions</a:t>
            </a:r>
          </a:p>
        </p:txBody>
      </p:sp>
    </p:spTree>
    <p:extLst>
      <p:ext uri="{BB962C8B-B14F-4D97-AF65-F5344CB8AC3E}">
        <p14:creationId xmlns:p14="http://schemas.microsoft.com/office/powerpoint/2010/main" val="370455236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12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64-bit Subtraction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8600" y="1371600"/>
            <a:ext cx="8712200" cy="45243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start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C = A - B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Two 64-bit integers A (r1,r0) and B (r3,r2).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Result C (r5, r4)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A = 00000002FFFFFFFF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B = 0000000400000001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0xFFFFFFFF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A’s lower 32 bits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A’s upper 32 bits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B’s lower 32 bits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0x00000004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B’s upper 32 bits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Subtract B from A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SUB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r0,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C[31..0]= A[31..0] - B[31..0],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update Carry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SBC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r5, r1, r3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C[64..32]= A[64..32] - B[64..32] – (1-Carry)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stop  B  stop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6019800" y="2438400"/>
            <a:ext cx="2819400" cy="1828800"/>
            <a:chOff x="6019800" y="2438400"/>
            <a:chExt cx="2819400" cy="1828800"/>
          </a:xfrm>
        </p:grpSpPr>
        <p:sp>
          <p:nvSpPr>
            <p:cNvPr id="7" name="Rectangle 6"/>
            <p:cNvSpPr/>
            <p:nvPr/>
          </p:nvSpPr>
          <p:spPr>
            <a:xfrm>
              <a:off x="6019800" y="2438400"/>
              <a:ext cx="28194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624234" y="2590800"/>
              <a:ext cx="838200" cy="36933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67600" y="2590800"/>
              <a:ext cx="838200" cy="36933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r0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631983" y="3048000"/>
              <a:ext cx="838200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r3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475349" y="3048000"/>
              <a:ext cx="838200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619068" y="3645425"/>
              <a:ext cx="838200" cy="369332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r5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62434" y="3645425"/>
              <a:ext cx="838200" cy="369332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r4</a:t>
              </a:r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6172200" y="3530838"/>
              <a:ext cx="24384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6172200" y="3232667"/>
              <a:ext cx="1627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8388788" y="2563245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</a:rPr>
                <a:t>A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382000" y="3048000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</a:rPr>
                <a:t>B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382000" y="3645425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</a:rPr>
                <a:t>C</a:t>
              </a:r>
            </a:p>
          </p:txBody>
        </p:sp>
      </p:grp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D368EE5B-76EE-24A8-1922-9D533CDC3CE8}"/>
              </a:ext>
            </a:extLst>
          </p:cNvPr>
          <p:cNvSpPr txBox="1">
            <a:spLocks/>
          </p:cNvSpPr>
          <p:nvPr/>
        </p:nvSpPr>
        <p:spPr bwMode="auto">
          <a:xfrm>
            <a:off x="1046691" y="5964110"/>
            <a:ext cx="7050618" cy="599971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600" dirty="0"/>
              <a:t>SUBS “SUB and Set flags”: sets the carry flag C=0 if there is borrow (borrow flag=1)</a:t>
            </a:r>
          </a:p>
          <a:p>
            <a:pPr marL="0" indent="0">
              <a:buNone/>
            </a:pPr>
            <a:r>
              <a:rPr lang="en-US" sz="1600" dirty="0"/>
              <a:t>SBC “SUB with Carry” consumes that carry to complete the high‑half addition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7B52980-3C30-0237-41E2-851807DE3E27}"/>
              </a:ext>
            </a:extLst>
          </p:cNvPr>
          <p:cNvSpPr txBox="1">
            <a:spLocks/>
          </p:cNvSpPr>
          <p:nvPr/>
        </p:nvSpPr>
        <p:spPr bwMode="auto">
          <a:xfrm>
            <a:off x="5171268" y="468704"/>
            <a:ext cx="3733800" cy="1246909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800" dirty="0"/>
              <a:t>A register can only store 32 bits</a:t>
            </a:r>
          </a:p>
          <a:p>
            <a:pPr marL="0" indent="0">
              <a:buNone/>
            </a:pPr>
            <a:r>
              <a:rPr lang="en-US" sz="1800" dirty="0"/>
              <a:t>A 64-bit integer needs two registers</a:t>
            </a:r>
          </a:p>
          <a:p>
            <a:pPr marL="0" indent="0">
              <a:buNone/>
            </a:pPr>
            <a:r>
              <a:rPr lang="en-US" sz="1800" dirty="0"/>
              <a:t>Split 64-bit subtraction into two 32-bit subtractions</a:t>
            </a:r>
          </a:p>
        </p:txBody>
      </p:sp>
    </p:spTree>
    <p:extLst>
      <p:ext uri="{BB962C8B-B14F-4D97-AF65-F5344CB8AC3E}">
        <p14:creationId xmlns:p14="http://schemas.microsoft.com/office/powerpoint/2010/main" val="2925532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13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64-bit Addition &amp; Subtraction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 flipV="1">
            <a:off x="1712578" y="2345263"/>
            <a:ext cx="5803550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4608178" y="1507063"/>
            <a:ext cx="0" cy="127652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6" name="Straight Connector 3135"/>
          <p:cNvCxnSpPr/>
          <p:nvPr/>
        </p:nvCxnSpPr>
        <p:spPr>
          <a:xfrm>
            <a:off x="2020656" y="1507063"/>
            <a:ext cx="0" cy="13716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8" name="Straight Connector 3137"/>
          <p:cNvCxnSpPr/>
          <p:nvPr/>
        </p:nvCxnSpPr>
        <p:spPr>
          <a:xfrm>
            <a:off x="7351378" y="1507063"/>
            <a:ext cx="0" cy="13716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0" name="TextBox 3139"/>
          <p:cNvSpPr txBox="1"/>
          <p:nvPr/>
        </p:nvSpPr>
        <p:spPr>
          <a:xfrm>
            <a:off x="2035140" y="1583263"/>
            <a:ext cx="54809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   0   0   0   0   0   0   2     F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0   0   0   0   0   0   0   4     0   0   0   0    0   0   0   1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0   0   0   0   0   0   0   7     0   0   0   0    0   0   0   0</a:t>
            </a:r>
          </a:p>
        </p:txBody>
      </p:sp>
      <p:cxnSp>
        <p:nvCxnSpPr>
          <p:cNvPr id="3144" name="Straight Arrow Connector 3143"/>
          <p:cNvCxnSpPr/>
          <p:nvPr/>
        </p:nvCxnSpPr>
        <p:spPr>
          <a:xfrm>
            <a:off x="2020656" y="1507063"/>
            <a:ext cx="2587522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>
            <a:off x="4608178" y="1507063"/>
            <a:ext cx="2743200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8" name="TextBox 3147"/>
          <p:cNvSpPr txBox="1"/>
          <p:nvPr/>
        </p:nvSpPr>
        <p:spPr>
          <a:xfrm>
            <a:off x="2243943" y="1278463"/>
            <a:ext cx="19832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Most-significant (Upper) 32 bits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788778" y="1278463"/>
            <a:ext cx="20008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Least-significant (Lower) 32 bits</a:t>
            </a:r>
          </a:p>
        </p:txBody>
      </p:sp>
      <p:sp>
        <p:nvSpPr>
          <p:cNvPr id="3149" name="TextBox 3148"/>
          <p:cNvSpPr txBox="1"/>
          <p:nvPr/>
        </p:nvSpPr>
        <p:spPr>
          <a:xfrm>
            <a:off x="1636378" y="2040463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+</a:t>
            </a:r>
          </a:p>
        </p:txBody>
      </p:sp>
      <p:cxnSp>
        <p:nvCxnSpPr>
          <p:cNvPr id="3157" name="Straight Arrow Connector 3156"/>
          <p:cNvCxnSpPr/>
          <p:nvPr/>
        </p:nvCxnSpPr>
        <p:spPr>
          <a:xfrm flipH="1">
            <a:off x="4455778" y="2573863"/>
            <a:ext cx="319856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63" name="TextBox 3162"/>
          <p:cNvSpPr txBox="1"/>
          <p:nvPr/>
        </p:nvSpPr>
        <p:spPr>
          <a:xfrm>
            <a:off x="3146780" y="2773311"/>
            <a:ext cx="28145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64-bit Addition: </a:t>
            </a:r>
            <a:r>
              <a:rPr lang="en-US" dirty="0">
                <a:solidFill>
                  <a:srgbClr val="FF0000"/>
                </a:solidFill>
              </a:rPr>
              <a:t>Carry C=1</a:t>
            </a:r>
          </a:p>
          <a:p>
            <a:r>
              <a:rPr lang="en-US" dirty="0"/>
              <a:t>Upper 31 bits: 2 + 4 + 1 = 7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2D158EA-C5B8-D27F-607A-3698C5C519B8}"/>
              </a:ext>
            </a:extLst>
          </p:cNvPr>
          <p:cNvCxnSpPr/>
          <p:nvPr/>
        </p:nvCxnSpPr>
        <p:spPr>
          <a:xfrm flipV="1">
            <a:off x="1712578" y="5104766"/>
            <a:ext cx="5803550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4B92241-8875-30D0-0C5A-718F0F3C4AD4}"/>
              </a:ext>
            </a:extLst>
          </p:cNvPr>
          <p:cNvCxnSpPr/>
          <p:nvPr/>
        </p:nvCxnSpPr>
        <p:spPr>
          <a:xfrm>
            <a:off x="4608178" y="4266566"/>
            <a:ext cx="0" cy="127652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FDD551F-8129-0EEF-9F8E-48B35761A433}"/>
              </a:ext>
            </a:extLst>
          </p:cNvPr>
          <p:cNvCxnSpPr/>
          <p:nvPr/>
        </p:nvCxnSpPr>
        <p:spPr>
          <a:xfrm>
            <a:off x="2020656" y="4266566"/>
            <a:ext cx="0" cy="13716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B4CDD9C-02DB-4025-1CEF-F133BBFD8CB1}"/>
              </a:ext>
            </a:extLst>
          </p:cNvPr>
          <p:cNvCxnSpPr/>
          <p:nvPr/>
        </p:nvCxnSpPr>
        <p:spPr>
          <a:xfrm>
            <a:off x="7351378" y="4266566"/>
            <a:ext cx="0" cy="13716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0549EEB-BD74-9F9A-452C-00A8D21A8D46}"/>
              </a:ext>
            </a:extLst>
          </p:cNvPr>
          <p:cNvSpPr txBox="1"/>
          <p:nvPr/>
        </p:nvSpPr>
        <p:spPr>
          <a:xfrm>
            <a:off x="2035140" y="4342766"/>
            <a:ext cx="54168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   0   0   0   0   0   0   2     F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0   0   0   0   0   0   0   4     0   0   0   0    0   0   0   1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E    F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8B3DD33-DB44-F59A-5CAD-929544DE94D3}"/>
              </a:ext>
            </a:extLst>
          </p:cNvPr>
          <p:cNvCxnSpPr/>
          <p:nvPr/>
        </p:nvCxnSpPr>
        <p:spPr>
          <a:xfrm>
            <a:off x="2020656" y="4266566"/>
            <a:ext cx="2587522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5C0BFA2-0465-67C0-D15E-8DDD72BBC2F5}"/>
              </a:ext>
            </a:extLst>
          </p:cNvPr>
          <p:cNvCxnSpPr/>
          <p:nvPr/>
        </p:nvCxnSpPr>
        <p:spPr>
          <a:xfrm>
            <a:off x="4608178" y="4266566"/>
            <a:ext cx="2743200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3AABFDC-BD01-7FD8-FB93-9605D88BEA90}"/>
              </a:ext>
            </a:extLst>
          </p:cNvPr>
          <p:cNvSpPr txBox="1"/>
          <p:nvPr/>
        </p:nvSpPr>
        <p:spPr>
          <a:xfrm>
            <a:off x="2243943" y="4037966"/>
            <a:ext cx="19832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Most-significant (Upper) 32 bits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56FBD2-A079-1414-EFE7-89BD3448BA5F}"/>
              </a:ext>
            </a:extLst>
          </p:cNvPr>
          <p:cNvSpPr txBox="1"/>
          <p:nvPr/>
        </p:nvSpPr>
        <p:spPr>
          <a:xfrm>
            <a:off x="4788778" y="4037966"/>
            <a:ext cx="20008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Least-significant (Lower) 32 bits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63F519-4DB0-6681-15C7-A3D4130FA0C4}"/>
              </a:ext>
            </a:extLst>
          </p:cNvPr>
          <p:cNvSpPr txBox="1"/>
          <p:nvPr/>
        </p:nvSpPr>
        <p:spPr>
          <a:xfrm>
            <a:off x="1636378" y="4799966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-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12FE60-52CF-6127-13A2-6DF3AFB1BE5D}"/>
              </a:ext>
            </a:extLst>
          </p:cNvPr>
          <p:cNvSpPr txBox="1"/>
          <p:nvPr/>
        </p:nvSpPr>
        <p:spPr>
          <a:xfrm>
            <a:off x="1955696" y="5599903"/>
            <a:ext cx="5496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64-bit Subtraction: </a:t>
            </a:r>
            <a:r>
              <a:rPr lang="en-US" dirty="0">
                <a:solidFill>
                  <a:srgbClr val="FF0000"/>
                </a:solidFill>
              </a:rPr>
              <a:t>Borrow=0 (Carry C=1)</a:t>
            </a:r>
          </a:p>
          <a:p>
            <a:pPr algn="ctr"/>
            <a:r>
              <a:rPr lang="en-US" dirty="0"/>
              <a:t>Upper 31 bits: 2 – 4 - 0 = 2 + TC(4) = -2 = 0xFFFFFFFE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373309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14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Short Multiplication </a:t>
            </a:r>
            <a:r>
              <a:rPr lang="en-US" altLang="zh-TW" dirty="0"/>
              <a:t>and</a:t>
            </a:r>
            <a:r>
              <a:rPr lang="en-US" altLang="zh-TW" dirty="0">
                <a:solidFill>
                  <a:schemeClr val="accent1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Division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447800"/>
            <a:ext cx="84582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MUL: Signed multiply</a:t>
            </a:r>
          </a:p>
          <a:p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LSB32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</a:t>
            </a:r>
          </a:p>
          <a:p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UMUL: Unsigned multiply </a:t>
            </a:r>
          </a:p>
          <a:p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UMUL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LSB32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</a:t>
            </a:r>
          </a:p>
          <a:p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MLA: Multiply with accumulation</a:t>
            </a:r>
          </a:p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MLA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LSB32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 +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MLS:  Multiply with subtract</a:t>
            </a:r>
          </a:p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LSB32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 -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CED3BF-EAA9-AC49-B8FA-6515C69C7BC2}"/>
              </a:ext>
            </a:extLst>
          </p:cNvPr>
          <p:cNvSpPr txBox="1"/>
          <p:nvPr/>
        </p:nvSpPr>
        <p:spPr>
          <a:xfrm>
            <a:off x="2743200" y="5315972"/>
            <a:ext cx="3035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LSB32</a:t>
            </a:r>
            <a:r>
              <a:rPr lang="en-US" dirty="0"/>
              <a:t>: Least significant 32 bits</a:t>
            </a:r>
          </a:p>
        </p:txBody>
      </p:sp>
    </p:spTree>
    <p:extLst>
      <p:ext uri="{BB962C8B-B14F-4D97-AF65-F5344CB8AC3E}">
        <p14:creationId xmlns:p14="http://schemas.microsoft.com/office/powerpoint/2010/main" val="177170922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15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Long Multiplication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61383402"/>
              </p:ext>
            </p:extLst>
          </p:nvPr>
        </p:nvGraphicFramePr>
        <p:xfrm>
          <a:off x="266700" y="1371600"/>
          <a:ext cx="8724900" cy="274320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2934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0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UMULL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Rn,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Unsigned long multiply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unsigned(Rn × Rm)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SMULL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Rn,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Signed long multiply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signed(Rn × Rm)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UMLAL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Rn,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Unsigned multiply with accumulate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unsigned(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+ Rn × Rm)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SMLAL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Rn,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Signed multiply with accumulate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signed(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+ Rn × Rm)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04800" y="4724400"/>
            <a:ext cx="80772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UMULL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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MSB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bits,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bits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SMULL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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UMLAL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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SMLAL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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6133" y="4234934"/>
            <a:ext cx="4463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result has 64 bits, placed in two registers.</a:t>
            </a:r>
          </a:p>
        </p:txBody>
      </p:sp>
    </p:spTree>
    <p:extLst>
      <p:ext uri="{BB962C8B-B14F-4D97-AF65-F5344CB8AC3E}">
        <p14:creationId xmlns:p14="http://schemas.microsoft.com/office/powerpoint/2010/main" val="127730444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Logic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419708"/>
              </p:ext>
            </p:extLst>
          </p:nvPr>
        </p:nvGraphicFramePr>
        <p:xfrm>
          <a:off x="457200" y="1295400"/>
          <a:ext cx="8458200" cy="4953002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AND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Bitwise logic AND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&amp; operand2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ORR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Bitwise logic OR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| operand2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EOR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Bitwise logic exclusive OR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^ operand2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ORN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Bitwise logic NOT OR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| (NOT operand2)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BIC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 clear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&amp; NOT operand2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BFC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 #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#width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 field clear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width+lsb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–1):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0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402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BFI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</a:t>
                      </a:r>
                      <a:r>
                        <a:rPr lang="en-US" sz="1600" b="0" baseline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Rn, #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#width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 field insert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width+lsb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–1):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Rn[(width-1):0]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402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MVN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Move NOT, logically negate all bits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0xFFFFFFFF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EOR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4265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17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 r2, r0, r1</a:t>
            </a:r>
            <a:endParaRPr lang="zh-TW" alt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>
            <a:off x="423459" y="2752635"/>
            <a:ext cx="833954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8710960" y="1743165"/>
            <a:ext cx="0" cy="29536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6" name="Straight Connector 3135"/>
          <p:cNvCxnSpPr/>
          <p:nvPr/>
        </p:nvCxnSpPr>
        <p:spPr>
          <a:xfrm>
            <a:off x="581413" y="1676400"/>
            <a:ext cx="0" cy="3142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0" name="TextBox 3139"/>
          <p:cNvSpPr txBox="1"/>
          <p:nvPr/>
        </p:nvSpPr>
        <p:spPr>
          <a:xfrm>
            <a:off x="614616" y="2008537"/>
            <a:ext cx="82375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1  1  0  1  0  1  0  1  0  1  0  1  0  1  0  1  0  1  0  1  0  1  0  1  0  1  0  1  0  1  0  1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1  0  1  0  1  0  1  0  1  0  1  0  1  0  1  1  1  0  1  0  1  0  1  0  1  0  1  0  1  0  1  1</a:t>
            </a:r>
          </a:p>
          <a:p>
            <a:r>
              <a:rPr lang="en-US" b="1" dirty="0"/>
              <a:t>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1  0  0  0  0  0  0  0  0  0  0  0  0  0  0  1  0  0  0  0  0  0  0  0  0  0  0  0  0  0  0  1</a:t>
            </a:r>
          </a:p>
        </p:txBody>
      </p:sp>
      <p:cxnSp>
        <p:nvCxnSpPr>
          <p:cNvPr id="3144" name="Straight Arrow Connector 3143"/>
          <p:cNvCxnSpPr/>
          <p:nvPr/>
        </p:nvCxnSpPr>
        <p:spPr>
          <a:xfrm>
            <a:off x="652059" y="1914435"/>
            <a:ext cx="8058901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8" name="TextBox 3147"/>
          <p:cNvSpPr txBox="1"/>
          <p:nvPr/>
        </p:nvSpPr>
        <p:spPr>
          <a:xfrm>
            <a:off x="4082249" y="1600200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32 bits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860" y="194177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7860" y="22976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0929" y="281940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7311" y="3505200"/>
            <a:ext cx="2037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Bit-wise Logic </a:t>
            </a:r>
            <a:r>
              <a:rPr lang="en-US" dirty="0">
                <a:solidFill>
                  <a:srgbClr val="FF0000"/>
                </a:solidFill>
              </a:rPr>
              <a:t>AND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1A837A7-1586-AFA4-73F9-77E876DE10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15972"/>
              </p:ext>
            </p:extLst>
          </p:nvPr>
        </p:nvGraphicFramePr>
        <p:xfrm>
          <a:off x="3578728" y="4267200"/>
          <a:ext cx="174955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83">
                  <a:extLst>
                    <a:ext uri="{9D8B030D-6E8A-4147-A177-3AD203B41FA5}">
                      <a16:colId xmlns:a16="http://schemas.microsoft.com/office/drawing/2014/main" val="327165762"/>
                    </a:ext>
                  </a:extLst>
                </a:gridCol>
                <a:gridCol w="326583">
                  <a:extLst>
                    <a:ext uri="{9D8B030D-6E8A-4147-A177-3AD203B41FA5}">
                      <a16:colId xmlns:a16="http://schemas.microsoft.com/office/drawing/2014/main" val="4133995959"/>
                    </a:ext>
                  </a:extLst>
                </a:gridCol>
                <a:gridCol w="1096386">
                  <a:extLst>
                    <a:ext uri="{9D8B030D-6E8A-4147-A177-3AD203B41FA5}">
                      <a16:colId xmlns:a16="http://schemas.microsoft.com/office/drawing/2014/main" val="496111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 AND 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5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437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501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847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1978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660446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18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ORR r2, r0, r1</a:t>
            </a:r>
            <a:endParaRPr lang="zh-TW" alt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>
            <a:off x="426684" y="2752635"/>
            <a:ext cx="833954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8714185" y="1743165"/>
            <a:ext cx="0" cy="29536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6" name="Straight Connector 3135"/>
          <p:cNvCxnSpPr/>
          <p:nvPr/>
        </p:nvCxnSpPr>
        <p:spPr>
          <a:xfrm>
            <a:off x="655284" y="1743165"/>
            <a:ext cx="0" cy="3142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0" name="TextBox 3139"/>
          <p:cNvSpPr txBox="1"/>
          <p:nvPr/>
        </p:nvSpPr>
        <p:spPr>
          <a:xfrm>
            <a:off x="617841" y="2008537"/>
            <a:ext cx="82638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1  1  0  1  0  1  0  1  0  1  0  1  0  1  0  1  0  1  0  1  0  1  0  1  0  1  0  1  0  1  0  1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1  0  1  0  1  0  1  0  1  0  1  0  1  0  1  1  1  0  1  0  1  0  1  0  1  0  1  0  1  0  1  1</a:t>
            </a:r>
          </a:p>
          <a:p>
            <a:r>
              <a:rPr lang="en-US" b="1" dirty="0"/>
              <a:t>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1  1  1  1  1  1  1  1  1  1  1  1  1  1  1  1  1  1  1  1  1  1  1  1  1  1  1  1  1  1  1  1</a:t>
            </a:r>
          </a:p>
        </p:txBody>
      </p:sp>
      <p:cxnSp>
        <p:nvCxnSpPr>
          <p:cNvPr id="3144" name="Straight Arrow Connector 3143"/>
          <p:cNvCxnSpPr/>
          <p:nvPr/>
        </p:nvCxnSpPr>
        <p:spPr>
          <a:xfrm>
            <a:off x="655284" y="1914435"/>
            <a:ext cx="8058901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8" name="TextBox 3147"/>
          <p:cNvSpPr txBox="1"/>
          <p:nvPr/>
        </p:nvSpPr>
        <p:spPr>
          <a:xfrm>
            <a:off x="4085474" y="1600200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32 bits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731" y="200853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1731" y="228600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4800" y="281413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0536" y="3505200"/>
            <a:ext cx="1883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Bit-wise Logic </a:t>
            </a:r>
            <a:r>
              <a:rPr lang="en-US" dirty="0">
                <a:solidFill>
                  <a:srgbClr val="FF0000"/>
                </a:solidFill>
              </a:rPr>
              <a:t>OR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4061C46-E526-5F3C-391C-47736CD3B8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159615"/>
              </p:ext>
            </p:extLst>
          </p:nvPr>
        </p:nvGraphicFramePr>
        <p:xfrm>
          <a:off x="3578728" y="4267200"/>
          <a:ext cx="174955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83">
                  <a:extLst>
                    <a:ext uri="{9D8B030D-6E8A-4147-A177-3AD203B41FA5}">
                      <a16:colId xmlns:a16="http://schemas.microsoft.com/office/drawing/2014/main" val="327165762"/>
                    </a:ext>
                  </a:extLst>
                </a:gridCol>
                <a:gridCol w="326583">
                  <a:extLst>
                    <a:ext uri="{9D8B030D-6E8A-4147-A177-3AD203B41FA5}">
                      <a16:colId xmlns:a16="http://schemas.microsoft.com/office/drawing/2014/main" val="4133995959"/>
                    </a:ext>
                  </a:extLst>
                </a:gridCol>
                <a:gridCol w="1096386">
                  <a:extLst>
                    <a:ext uri="{9D8B030D-6E8A-4147-A177-3AD203B41FA5}">
                      <a16:colId xmlns:a16="http://schemas.microsoft.com/office/drawing/2014/main" val="496111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 OR 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5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437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501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847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1978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669394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19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BIC r2, r0, r1</a:t>
            </a:r>
            <a:endParaRPr lang="zh-TW" alt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>
            <a:off x="664138" y="4982570"/>
            <a:ext cx="833954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0" name="TextBox 3139"/>
          <p:cNvSpPr txBox="1"/>
          <p:nvPr/>
        </p:nvSpPr>
        <p:spPr>
          <a:xfrm>
            <a:off x="855295" y="4238472"/>
            <a:ext cx="82125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1  1  1  1  1  1  1  1  1  1  1  1  1  1  1  1  1  1  1  1  1  1  1  1  1  1  1  1  1  1  1  1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1  1  1  1  1  1  1  1  1  1  1  1  1  1  1  1  1  1  1  1  1  1  1  1  1  1  1  1  0  0  0  0</a:t>
            </a:r>
          </a:p>
          <a:p>
            <a:r>
              <a:rPr lang="en-US" b="1" dirty="0"/>
              <a:t>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1  1  1  1  1  1  1  1  1  1  1  1  1  1  1  1  1  1  1  1  1  1  1  1  1  1  1  1  0  0  0  0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946" y="419946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4515935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 r1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04407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7107" y="1325503"/>
            <a:ext cx="4568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 Clear (clears all bits at bit 1 positions in r1)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173245" y="1717034"/>
            <a:ext cx="2210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 = r0 &amp; NOT r1</a:t>
            </a:r>
          </a:p>
        </p:txBody>
      </p:sp>
      <p:sp>
        <p:nvSpPr>
          <p:cNvPr id="3" name="Rectangle 2"/>
          <p:cNvSpPr/>
          <p:nvPr/>
        </p:nvSpPr>
        <p:spPr>
          <a:xfrm>
            <a:off x="878300" y="2711398"/>
            <a:ext cx="8570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0  0  0  0  0  0  0  0  0  0  0  0  0  0  0  0  0  0  0  0  0  0  0  0  0  0  0  0  1  1  1  1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2693744"/>
            <a:ext cx="437940" cy="491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8300" y="3080730"/>
            <a:ext cx="8570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1  1  1  1  1  1  1  1  1  1  1  1  1  1  1  1  1  1  1  1  1  1  1  1  1  1  1  1  0  0  0  0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3059668"/>
            <a:ext cx="1580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 r1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004" y="2297668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1: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167" y="3810000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2:</a:t>
            </a:r>
          </a:p>
        </p:txBody>
      </p:sp>
    </p:spTree>
    <p:extLst>
      <p:ext uri="{BB962C8B-B14F-4D97-AF65-F5344CB8AC3E}">
        <p14:creationId xmlns:p14="http://schemas.microsoft.com/office/powerpoint/2010/main" val="284432468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1338-9B12-4444-96ED-A487C6365C40}" type="slidenum">
              <a:rPr lang="en-US" altLang="zh-TW"/>
              <a:pPr/>
              <a:t>20</a:t>
            </a:fld>
            <a:endParaRPr lang="en-US" altLang="zh-TW"/>
          </a:p>
        </p:txBody>
      </p:sp>
      <p:sp>
        <p:nvSpPr>
          <p:cNvPr id="78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BFC</a:t>
            </a:r>
            <a:r>
              <a:rPr lang="en-US" altLang="zh-TW" dirty="0"/>
              <a:t> and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BFI</a:t>
            </a:r>
            <a:endParaRPr lang="zh-TW" alt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8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7696200" cy="463296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TW" sz="2800" dirty="0"/>
              <a:t>Bit Field Clear (</a:t>
            </a:r>
            <a:r>
              <a:rPr lang="en-US" altLang="zh-TW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BFC</a:t>
            </a:r>
            <a:r>
              <a:rPr lang="en-US" altLang="zh-TW" sz="2800" dirty="0"/>
              <a:t>) and Bit Field Insert (</a:t>
            </a:r>
            <a:r>
              <a:rPr lang="en-US" altLang="zh-TW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BFI</a:t>
            </a:r>
            <a:r>
              <a:rPr lang="en-US" altLang="zh-TW" sz="2800" dirty="0"/>
              <a:t>).</a:t>
            </a:r>
          </a:p>
          <a:p>
            <a:pPr>
              <a:lnSpc>
                <a:spcPct val="90000"/>
              </a:lnSpc>
            </a:pPr>
            <a:r>
              <a:rPr lang="en-US" altLang="zh-TW" sz="2800" dirty="0"/>
              <a:t>Syntax</a:t>
            </a:r>
          </a:p>
          <a:p>
            <a:pPr lvl="1">
              <a:lnSpc>
                <a:spcPct val="90000"/>
              </a:lnSpc>
            </a:pPr>
            <a:r>
              <a:rPr lang="en-US" altLang="zh-TW" sz="25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BFC</a:t>
            </a:r>
            <a:r>
              <a:rPr lang="en-US" altLang="zh-TW" sz="2500" dirty="0">
                <a:latin typeface="Consolas" panose="020B0609020204030204" pitchFamily="49" charset="0"/>
                <a:cs typeface="Consolas" panose="020B0609020204030204" pitchFamily="49" charset="0"/>
              </a:rPr>
              <a:t> Rd, #</a:t>
            </a:r>
            <a:r>
              <a:rPr lang="en-US" altLang="zh-TW" sz="2500" dirty="0" err="1">
                <a:latin typeface="Consolas" panose="020B0609020204030204" pitchFamily="49" charset="0"/>
                <a:cs typeface="Consolas" panose="020B0609020204030204" pitchFamily="49" charset="0"/>
              </a:rPr>
              <a:t>lsb</a:t>
            </a:r>
            <a:r>
              <a:rPr lang="en-US" altLang="zh-TW" sz="2500" dirty="0">
                <a:latin typeface="Consolas" panose="020B0609020204030204" pitchFamily="49" charset="0"/>
                <a:cs typeface="Consolas" panose="020B0609020204030204" pitchFamily="49" charset="0"/>
              </a:rPr>
              <a:t>, #width</a:t>
            </a:r>
            <a:endParaRPr lang="en-US" altLang="zh-TW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zh-TW" sz="25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BFI</a:t>
            </a:r>
            <a:r>
              <a:rPr lang="en-US" altLang="zh-TW" sz="2500" dirty="0">
                <a:latin typeface="Consolas" panose="020B0609020204030204" pitchFamily="49" charset="0"/>
                <a:cs typeface="Consolas" panose="020B0609020204030204" pitchFamily="49" charset="0"/>
              </a:rPr>
              <a:t> Rd, Rn, #</a:t>
            </a:r>
            <a:r>
              <a:rPr lang="en-US" altLang="zh-TW" sz="2500" dirty="0" err="1">
                <a:latin typeface="Consolas" panose="020B0609020204030204" pitchFamily="49" charset="0"/>
                <a:cs typeface="Consolas" panose="020B0609020204030204" pitchFamily="49" charset="0"/>
              </a:rPr>
              <a:t>lsb</a:t>
            </a:r>
            <a:r>
              <a:rPr lang="en-US" altLang="zh-TW" sz="2500" dirty="0">
                <a:latin typeface="Consolas" panose="020B0609020204030204" pitchFamily="49" charset="0"/>
                <a:cs typeface="Consolas" panose="020B0609020204030204" pitchFamily="49" charset="0"/>
              </a:rPr>
              <a:t>, #width</a:t>
            </a:r>
          </a:p>
          <a:p>
            <a:pPr lvl="1">
              <a:lnSpc>
                <a:spcPct val="90000"/>
              </a:lnSpc>
            </a:pPr>
            <a:endParaRPr lang="en-US" altLang="zh-TW" sz="2500" dirty="0"/>
          </a:p>
          <a:p>
            <a:pPr>
              <a:lnSpc>
                <a:spcPct val="90000"/>
              </a:lnSpc>
            </a:pPr>
            <a:r>
              <a:rPr lang="en-US" altLang="zh-TW" sz="2800" dirty="0"/>
              <a:t>Examples:  </a:t>
            </a:r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5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BFC</a:t>
            </a:r>
            <a:r>
              <a:rPr lang="en-US" altLang="zh-TW" sz="2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5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altLang="zh-TW" sz="2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#8, #12       </a:t>
            </a:r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Clear bit 8 to bit 19 (a total of 12 bits) of R4</a:t>
            </a:r>
          </a:p>
          <a:p>
            <a:pPr marL="274320" lvl="1" indent="0">
              <a:lnSpc>
                <a:spcPct val="90000"/>
              </a:lnSpc>
              <a:buNone/>
            </a:pPr>
            <a:endParaRPr lang="en-US" altLang="zh-TW" sz="2500" dirty="0"/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5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BFI</a:t>
            </a:r>
            <a:r>
              <a:rPr lang="en-US" altLang="zh-TW" sz="2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5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R9</a:t>
            </a:r>
            <a:r>
              <a:rPr lang="en-US" altLang="zh-TW" sz="2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R2, #8, #12   </a:t>
            </a:r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Replace bit 8 to bit 19 (12 bits) of R9 </a:t>
            </a:r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with bit 0 to bit 11 (12 bits) from R2.</a:t>
            </a:r>
            <a:endParaRPr lang="en-US" altLang="zh-TW" sz="20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958220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534400" cy="9906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Bit Operators (</a:t>
            </a:r>
            <a:r>
              <a:rPr lang="en-US" sz="2800" dirty="0">
                <a:solidFill>
                  <a:srgbClr val="C00000"/>
                </a:solidFill>
                <a:ea typeface="DejaVu Sans" charset="0"/>
                <a:cs typeface="DejaVu Sans" charset="0"/>
              </a:rPr>
              <a:t>&amp;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,</a:t>
            </a:r>
            <a:r>
              <a:rPr lang="en-US" sz="2800" dirty="0">
                <a:solidFill>
                  <a:srgbClr val="C00000"/>
                </a:solidFill>
                <a:ea typeface="DejaVu Sans" charset="0"/>
                <a:cs typeface="DejaVu Sans" charset="0"/>
              </a:rPr>
              <a:t> |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, </a:t>
            </a:r>
            <a:r>
              <a:rPr lang="en-US" sz="2800" dirty="0">
                <a:solidFill>
                  <a:srgbClr val="C00000"/>
                </a:solidFill>
                <a:ea typeface="DejaVu Sans" charset="0"/>
                <a:cs typeface="DejaVu Sans" charset="0"/>
              </a:rPr>
              <a:t>~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)</a:t>
            </a:r>
            <a:r>
              <a:rPr lang="en-US" sz="2800" dirty="0">
                <a:solidFill>
                  <a:srgbClr val="C00000"/>
                </a:solidFill>
                <a:ea typeface="DejaVu Sans" charset="0"/>
                <a:cs typeface="DejaVu Sans" charset="0"/>
              </a:rPr>
              <a:t> </a:t>
            </a:r>
            <a:r>
              <a:rPr lang="en-US" sz="2800" i="1" dirty="0" err="1">
                <a:solidFill>
                  <a:schemeClr val="tx1"/>
                </a:solidFill>
                <a:ea typeface="DejaVu Sans" charset="0"/>
                <a:cs typeface="DejaVu Sans" charset="0"/>
              </a:rPr>
              <a:t>vs</a:t>
            </a:r>
            <a:r>
              <a:rPr lang="en-US" sz="2800" i="1" dirty="0">
                <a:solidFill>
                  <a:schemeClr val="tx1"/>
                </a:solidFill>
                <a:ea typeface="DejaVu Sans" charset="0"/>
                <a:cs typeface="DejaVu Sans" charset="0"/>
              </a:rPr>
              <a:t> </a:t>
            </a:r>
            <a:br>
              <a:rPr lang="en-US" sz="2800" i="1" dirty="0">
                <a:solidFill>
                  <a:schemeClr val="tx1"/>
                </a:solidFill>
                <a:ea typeface="DejaVu Sans" charset="0"/>
                <a:cs typeface="DejaVu Sans" charset="0"/>
              </a:rPr>
            </a:b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Boolean Operators (</a:t>
            </a:r>
            <a:r>
              <a:rPr lang="en-US" sz="2800" b="1" dirty="0">
                <a:solidFill>
                  <a:srgbClr val="0066FF"/>
                </a:solidFill>
                <a:ea typeface="DejaVu Sans" charset="0"/>
                <a:cs typeface="DejaVu Sans" charset="0"/>
              </a:rPr>
              <a:t>&amp;&amp;</a:t>
            </a:r>
            <a:r>
              <a:rPr lang="en-US" sz="2800" dirty="0">
                <a:solidFill>
                  <a:srgbClr val="000000"/>
                </a:solidFill>
                <a:ea typeface="DejaVu Sans" charset="0"/>
                <a:cs typeface="DejaVu Sans" charset="0"/>
              </a:rPr>
              <a:t> ,</a:t>
            </a:r>
            <a:r>
              <a:rPr lang="en-US" sz="2800" b="1" dirty="0">
                <a:solidFill>
                  <a:srgbClr val="0066FF"/>
                </a:solidFill>
                <a:ea typeface="DejaVu Sans" charset="0"/>
                <a:cs typeface="DejaVu Sans" charset="0"/>
              </a:rPr>
              <a:t>||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, </a:t>
            </a:r>
            <a:r>
              <a:rPr lang="en-US" sz="2800" b="1" dirty="0">
                <a:solidFill>
                  <a:srgbClr val="0066FF"/>
                </a:solidFill>
                <a:ea typeface="DejaVu Sans" charset="0"/>
                <a:cs typeface="DejaVu Sans" charset="0"/>
              </a:rPr>
              <a:t>!</a:t>
            </a:r>
            <a:r>
              <a:rPr lang="en-US" sz="2800" dirty="0">
                <a:solidFill>
                  <a:srgbClr val="000000"/>
                </a:solidFill>
                <a:ea typeface="DejaVu Sans" charset="0"/>
                <a:cs typeface="DejaVu Sans" charset="0"/>
              </a:rPr>
              <a:t>)</a:t>
            </a:r>
            <a:endParaRPr lang="en-US" sz="2800" i="1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533400" y="3352800"/>
            <a:ext cx="8229600" cy="2499360"/>
          </a:xfrm>
        </p:spPr>
        <p:txBody>
          <a:bodyPr>
            <a:normAutofit lnSpcReduction="10000"/>
          </a:bodyPr>
          <a:lstStyle/>
          <a:p>
            <a:pPr lvl="0"/>
            <a:r>
              <a:rPr lang="en-US" sz="2400" dirty="0"/>
              <a:t>The Boolean operators perform word-wide operations, not bitwise. </a:t>
            </a:r>
          </a:p>
          <a:p>
            <a:pPr lvl="0"/>
            <a:r>
              <a:rPr lang="en-US" sz="2400" dirty="0"/>
              <a:t>For example, </a:t>
            </a:r>
          </a:p>
          <a:p>
            <a:pPr lvl="1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“0x10 &amp; 0x01” = 0x00, but “0x10 &amp;&amp; 0x01” = true &amp;&amp; true = true = 0x01 (Any nonzero integer is considered true=0x01; false=0x00.)  </a:t>
            </a:r>
          </a:p>
          <a:p>
            <a:pPr lvl="1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“~0x01” = 0xFFFFFFFE, but “!0x01” = !</a:t>
            </a: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true = false = 0x00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.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(Negation of true=0x01 is false=0x00.)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428375"/>
              </p:ext>
            </p:extLst>
          </p:nvPr>
        </p:nvGraphicFramePr>
        <p:xfrm>
          <a:off x="914400" y="1600200"/>
          <a:ext cx="7010400" cy="1371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 &amp;&amp; B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Boolean 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 &amp; B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Bitwise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A||B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Boolean 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solidFill>
                            <a:srgbClr val="C00000"/>
                          </a:solidFill>
                        </a:rPr>
                        <a:t>A|B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Bitwise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!B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Boolean 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~B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Bitwise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not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58073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Saturating Instruction: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SSAT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28600" y="1219200"/>
                <a:ext cx="8839200" cy="4937760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Syntax (for n-bit system): </a:t>
                </a:r>
              </a:p>
              <a:p>
                <a:pPr lvl="1"/>
                <a:r>
                  <a:rPr lang="en-US" dirty="0"/>
                  <a:t>op{</a:t>
                </a:r>
                <a:r>
                  <a:rPr lang="en-US" dirty="0" err="1"/>
                  <a:t>cond</a:t>
                </a:r>
                <a:r>
                  <a:rPr lang="en-US" dirty="0"/>
                  <a:t>} Rd, </a:t>
                </a:r>
                <a:r>
                  <a:rPr lang="en-US" dirty="0">
                    <a:solidFill>
                      <a:srgbClr val="FF0000"/>
                    </a:solidFill>
                  </a:rPr>
                  <a:t>#n</a:t>
                </a:r>
                <a:r>
                  <a:rPr lang="en-US" dirty="0"/>
                  <a:t>, Rm{, shift}</a:t>
                </a:r>
              </a:p>
              <a:p>
                <a:r>
                  <a:rPr lang="en-US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SSAT</a:t>
                </a:r>
                <a:r>
                  <a:rPr lang="en-US" dirty="0"/>
                  <a:t> saturates a signed value to the signed range -2</a:t>
                </a:r>
                <a:r>
                  <a:rPr lang="en-US" baseline="30000" dirty="0"/>
                  <a:t>n-1</a:t>
                </a:r>
                <a:r>
                  <a:rPr lang="en-US" dirty="0"/>
                  <a:t> ≤ x ≤ 2</a:t>
                </a:r>
                <a:r>
                  <a:rPr lang="en-US" baseline="30000" dirty="0"/>
                  <a:t>n-1</a:t>
                </a:r>
                <a:r>
                  <a:rPr lang="en-US" dirty="0"/>
                  <a:t> -1.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𝑆𝐴𝑇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𝑖𝑓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&gt;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𝑖𝑓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&lt;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𝑜𝑡h𝑒𝑟𝑤𝑖𝑠𝑒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 err="1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USAT</a:t>
                </a:r>
                <a:r>
                  <a:rPr lang="en-US" dirty="0"/>
                  <a:t> saturates a signed value to the unsigned range 0 ≤ x ≤ 2</a:t>
                </a:r>
                <a:r>
                  <a:rPr lang="en-US" baseline="30000" dirty="0"/>
                  <a:t>n</a:t>
                </a:r>
                <a:r>
                  <a:rPr lang="en-US" dirty="0"/>
                  <a:t> - 1.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𝑈𝑆𝐴𝑇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𝑖𝑓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&gt;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−1 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𝑜𝑡h𝑒𝑟𝑤𝑖𝑠𝑒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Examples:</a:t>
                </a:r>
              </a:p>
              <a:p>
                <a:pPr lvl="1"/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SSAT r2, #11, r1    ; output range: -2</a:t>
                </a:r>
                <a:r>
                  <a:rPr lang="en-US" sz="2500" baseline="30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  <a:sym typeface="Symbol"/>
                  </a:rPr>
                  <a:t>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r2 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  <a:sym typeface="Symbol"/>
                  </a:rPr>
                  <a:t>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2</a:t>
                </a:r>
                <a:r>
                  <a:rPr lang="en-US" sz="2500" baseline="30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-1</a:t>
                </a:r>
                <a:endParaRPr lang="en-US" sz="33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lvl="1"/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USAT r2, #11, r3    ; output range: 0 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  <a:sym typeface="Symbol"/>
                  </a:rPr>
                  <a:t>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r2 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  <a:sym typeface="Symbol"/>
                  </a:rPr>
                  <a:t>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2</a:t>
                </a:r>
                <a:r>
                  <a:rPr lang="en-US" sz="2500" baseline="30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-1</a:t>
                </a:r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28600" y="1219200"/>
                <a:ext cx="8839200" cy="4937760"/>
              </a:xfrm>
              <a:blipFill>
                <a:blip r:embed="rId2"/>
                <a:stretch>
                  <a:fillRect l="-345" t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337576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of Saturation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590800"/>
            <a:ext cx="3454400" cy="2590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219200"/>
            <a:ext cx="3759200" cy="2819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981450"/>
            <a:ext cx="3683000" cy="2762250"/>
          </a:xfrm>
          <a:prstGeom prst="rect">
            <a:avLst/>
          </a:prstGeom>
        </p:spPr>
      </p:pic>
      <p:cxnSp>
        <p:nvCxnSpPr>
          <p:cNvPr id="10" name="Straight Arrow Connector 9"/>
          <p:cNvCxnSpPr>
            <a:stCxn id="6" idx="3"/>
            <a:endCxn id="7" idx="1"/>
          </p:cNvCxnSpPr>
          <p:nvPr/>
        </p:nvCxnSpPr>
        <p:spPr>
          <a:xfrm flipV="1">
            <a:off x="3606800" y="2628900"/>
            <a:ext cx="1193800" cy="1257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3"/>
            <a:endCxn id="8" idx="1"/>
          </p:cNvCxnSpPr>
          <p:nvPr/>
        </p:nvCxnSpPr>
        <p:spPr>
          <a:xfrm>
            <a:off x="3606800" y="3886200"/>
            <a:ext cx="1270000" cy="1476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00120" y="2309545"/>
            <a:ext cx="1142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Without saturation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1" y="4611469"/>
            <a:ext cx="1142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saturation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800" y="1370052"/>
            <a:ext cx="3390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 data are limited to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16</a:t>
            </a:r>
            <a:r>
              <a:rPr lang="en-US" dirty="0"/>
              <a:t> bits</a:t>
            </a:r>
          </a:p>
        </p:txBody>
      </p:sp>
    </p:spTree>
    <p:extLst>
      <p:ext uri="{BB962C8B-B14F-4D97-AF65-F5344CB8AC3E}">
        <p14:creationId xmlns:p14="http://schemas.microsoft.com/office/powerpoint/2010/main" val="9758518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Order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24</a:t>
            </a:fld>
            <a:endParaRPr kumimoji="0"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189798"/>
              </p:ext>
            </p:extLst>
          </p:nvPr>
        </p:nvGraphicFramePr>
        <p:xfrm>
          <a:off x="664761" y="1304806"/>
          <a:ext cx="7679925" cy="234696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158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RBIT</a:t>
                      </a:r>
                      <a:r>
                        <a:rPr lang="en-US" sz="14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Consolas" panose="020B0609020204030204" pitchFamily="49" charset="0"/>
                        </a:rPr>
                        <a:t>Reverse bit order in a word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&lt; 32;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++)  Rd[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RN[31–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a word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Rd[23:16]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Rn[23:16],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REV16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everse byte order in each half-word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Rn[23:16], Rd[23:16]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REVSH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bottom half-word and sign extend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Rn[7] &amp; </a:t>
                      </a:r>
                      <a:r>
                        <a:rPr lang="en-US" sz="14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0xFFFF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75" y="4267200"/>
            <a:ext cx="733425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298926" y="3733800"/>
            <a:ext cx="1577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RBIT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Rd, Rn</a:t>
            </a:r>
            <a:endParaRPr lang="en-US" dirty="0"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3475" y="4191000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3475" y="4648200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Rd</a:t>
            </a:r>
          </a:p>
        </p:txBody>
      </p:sp>
      <p:sp>
        <p:nvSpPr>
          <p:cNvPr id="9" name="Rectangle 8"/>
          <p:cNvSpPr/>
          <p:nvPr/>
        </p:nvSpPr>
        <p:spPr>
          <a:xfrm>
            <a:off x="890915" y="5565474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RBIT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     	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Reverse bits,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0x1E6A2C48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4441" y="5181600"/>
            <a:ext cx="106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89110A9B-C92D-FADF-2159-E61A52219699}"/>
              </a:ext>
            </a:extLst>
          </p:cNvPr>
          <p:cNvSpPr txBox="1">
            <a:spLocks/>
          </p:cNvSpPr>
          <p:nvPr/>
        </p:nvSpPr>
        <p:spPr bwMode="auto">
          <a:xfrm>
            <a:off x="1876602" y="6175289"/>
            <a:ext cx="5034740" cy="599971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600" dirty="0"/>
              <a:t>0x12345678 = 0001 0010 0011 0100 0101 0110 0111 1000</a:t>
            </a:r>
          </a:p>
          <a:p>
            <a:pPr marL="0" indent="0">
              <a:buNone/>
            </a:pPr>
            <a:r>
              <a:rPr lang="en-US" sz="1600" dirty="0"/>
              <a:t>0x1E6A2C48 = 0001 1110 0110 1010 0010 1100 0100 1000</a:t>
            </a:r>
          </a:p>
        </p:txBody>
      </p:sp>
    </p:spTree>
    <p:extLst>
      <p:ext uri="{BB962C8B-B14F-4D97-AF65-F5344CB8AC3E}">
        <p14:creationId xmlns:p14="http://schemas.microsoft.com/office/powerpoint/2010/main" val="4306882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Order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25</a:t>
            </a:fld>
            <a:endParaRPr kumimoji="0" lang="en-US" dirty="0"/>
          </a:p>
        </p:txBody>
      </p:sp>
      <p:sp>
        <p:nvSpPr>
          <p:cNvPr id="3" name="Rectangle 2"/>
          <p:cNvSpPr/>
          <p:nvPr/>
        </p:nvSpPr>
        <p:spPr>
          <a:xfrm>
            <a:off x="427487" y="3733800"/>
            <a:ext cx="1320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>
                <a:solidFill>
                  <a:srgbClr val="C00000"/>
                </a:solidFill>
              </a:rPr>
              <a:t>REV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Rd, 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4103132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3400" y="4805033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Rd</a:t>
            </a:r>
          </a:p>
        </p:txBody>
      </p:sp>
      <p:sp>
        <p:nvSpPr>
          <p:cNvPr id="9" name="Rectangle 8"/>
          <p:cNvSpPr/>
          <p:nvPr/>
        </p:nvSpPr>
        <p:spPr>
          <a:xfrm>
            <a:off x="890915" y="5565474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=0x12345678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0x12345678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 R1, R0         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0x78563412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441" y="5181600"/>
            <a:ext cx="106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64" y="4191000"/>
            <a:ext cx="733425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632627"/>
              </p:ext>
            </p:extLst>
          </p:nvPr>
        </p:nvGraphicFramePr>
        <p:xfrm>
          <a:off x="664761" y="1304806"/>
          <a:ext cx="7679925" cy="234696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158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RBIT</a:t>
                      </a:r>
                      <a:r>
                        <a:rPr lang="en-US" sz="14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Consolas" panose="020B0609020204030204" pitchFamily="49" charset="0"/>
                        </a:rPr>
                        <a:t>Reverse bit order in a word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&lt; 32;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++)  Rd[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RN[31–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a 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REV16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everse byte order in each half-word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Rn[23:16], Rd[23:16]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REVSH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bottom half-word and sign extend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Rn[7] &amp; </a:t>
                      </a:r>
                      <a:r>
                        <a:rPr lang="en-US" sz="14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0xFFFF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F0E9576-B9C1-A440-33E1-DEF3F6380655}"/>
              </a:ext>
            </a:extLst>
          </p:cNvPr>
          <p:cNvSpPr txBox="1">
            <a:spLocks/>
          </p:cNvSpPr>
          <p:nvPr/>
        </p:nvSpPr>
        <p:spPr bwMode="auto">
          <a:xfrm>
            <a:off x="1876602" y="6175289"/>
            <a:ext cx="5034740" cy="599971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600" dirty="0"/>
              <a:t>0x12345678 = </a:t>
            </a:r>
            <a:r>
              <a:rPr lang="en-US" sz="1600" dirty="0">
                <a:solidFill>
                  <a:srgbClr val="7030A0"/>
                </a:solidFill>
              </a:rPr>
              <a:t>0001 0010 </a:t>
            </a:r>
            <a:r>
              <a:rPr lang="en-US" sz="1600" dirty="0">
                <a:solidFill>
                  <a:srgbClr val="00B050"/>
                </a:solidFill>
              </a:rPr>
              <a:t>0011 0100 </a:t>
            </a:r>
            <a:r>
              <a:rPr lang="en-US" sz="1600" dirty="0">
                <a:solidFill>
                  <a:srgbClr val="0000FF"/>
                </a:solidFill>
              </a:rPr>
              <a:t>0101 0110 </a:t>
            </a:r>
            <a:r>
              <a:rPr lang="en-US" sz="1600" dirty="0">
                <a:solidFill>
                  <a:srgbClr val="FF0000"/>
                </a:solidFill>
              </a:rPr>
              <a:t>0111 1000</a:t>
            </a:r>
          </a:p>
          <a:p>
            <a:pPr marL="0" indent="0">
              <a:buNone/>
            </a:pPr>
            <a:r>
              <a:rPr lang="en-US" sz="1600" dirty="0"/>
              <a:t>0x1E6A2C48 = </a:t>
            </a:r>
            <a:r>
              <a:rPr lang="en-US" sz="1600" dirty="0">
                <a:solidFill>
                  <a:srgbClr val="FF0000"/>
                </a:solidFill>
              </a:rPr>
              <a:t>0111 1000 </a:t>
            </a:r>
            <a:r>
              <a:rPr lang="en-US" sz="1600" dirty="0">
                <a:solidFill>
                  <a:srgbClr val="0000FF"/>
                </a:solidFill>
              </a:rPr>
              <a:t>0101 0110 </a:t>
            </a:r>
            <a:r>
              <a:rPr lang="en-US" sz="1600" dirty="0">
                <a:solidFill>
                  <a:srgbClr val="00B050"/>
                </a:solidFill>
              </a:rPr>
              <a:t>0011 0100 </a:t>
            </a:r>
            <a:r>
              <a:rPr lang="en-US" sz="1600" dirty="0">
                <a:solidFill>
                  <a:srgbClr val="7030A0"/>
                </a:solidFill>
              </a:rPr>
              <a:t>0001 0010</a:t>
            </a:r>
          </a:p>
        </p:txBody>
      </p:sp>
    </p:spTree>
    <p:extLst>
      <p:ext uri="{BB962C8B-B14F-4D97-AF65-F5344CB8AC3E}">
        <p14:creationId xmlns:p14="http://schemas.microsoft.com/office/powerpoint/2010/main" val="21282253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Order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26</a:t>
            </a:fld>
            <a:endParaRPr kumimoji="0" lang="en-US" dirty="0"/>
          </a:p>
        </p:txBody>
      </p:sp>
      <p:sp>
        <p:nvSpPr>
          <p:cNvPr id="3" name="Rectangle 2"/>
          <p:cNvSpPr/>
          <p:nvPr/>
        </p:nvSpPr>
        <p:spPr>
          <a:xfrm>
            <a:off x="300850" y="3733800"/>
            <a:ext cx="15738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 err="1">
                <a:solidFill>
                  <a:srgbClr val="C00000"/>
                </a:solidFill>
              </a:rPr>
              <a:t>REV16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Rd, 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6240" y="4050268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7403" y="4724400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Rd</a:t>
            </a:r>
          </a:p>
        </p:txBody>
      </p:sp>
      <p:sp>
        <p:nvSpPr>
          <p:cNvPr id="9" name="Rectangle 8"/>
          <p:cNvSpPr/>
          <p:nvPr/>
        </p:nvSpPr>
        <p:spPr>
          <a:xfrm>
            <a:off x="890915" y="5565474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=0x12345678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0x12345678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REV16 R2, R0       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R2 = 0x34127856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441" y="5181600"/>
            <a:ext cx="106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110039"/>
            <a:ext cx="733425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271935"/>
              </p:ext>
            </p:extLst>
          </p:nvPr>
        </p:nvGraphicFramePr>
        <p:xfrm>
          <a:off x="664761" y="1304806"/>
          <a:ext cx="7679925" cy="234696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158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RBIT</a:t>
                      </a:r>
                      <a:r>
                        <a:rPr lang="en-US" sz="14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Consolas" panose="020B0609020204030204" pitchFamily="49" charset="0"/>
                        </a:rPr>
                        <a:t>Reverse bit order in a word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&lt; 32;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++)  Rd[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RN[31–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a 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REV16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everse byte order in each half-word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REVSH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bottom half-word and sign extend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Rn[7] &amp; </a:t>
                      </a:r>
                      <a:r>
                        <a:rPr lang="en-US" sz="14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0xFFFF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D8698C9-11BE-9683-C508-61F884848D78}"/>
              </a:ext>
            </a:extLst>
          </p:cNvPr>
          <p:cNvSpPr txBox="1">
            <a:spLocks/>
          </p:cNvSpPr>
          <p:nvPr/>
        </p:nvSpPr>
        <p:spPr bwMode="auto">
          <a:xfrm>
            <a:off x="1876602" y="6175289"/>
            <a:ext cx="5034740" cy="599971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600" dirty="0"/>
              <a:t>0x12345678 = </a:t>
            </a:r>
            <a:r>
              <a:rPr lang="en-US" sz="1600" dirty="0">
                <a:solidFill>
                  <a:srgbClr val="7030A0"/>
                </a:solidFill>
              </a:rPr>
              <a:t>0001 0010 </a:t>
            </a:r>
            <a:r>
              <a:rPr lang="en-US" sz="1600" dirty="0">
                <a:solidFill>
                  <a:srgbClr val="00B050"/>
                </a:solidFill>
              </a:rPr>
              <a:t>0011 0100 </a:t>
            </a:r>
            <a:r>
              <a:rPr lang="en-US" sz="1600" dirty="0">
                <a:solidFill>
                  <a:srgbClr val="0000FF"/>
                </a:solidFill>
              </a:rPr>
              <a:t>0101 0110 </a:t>
            </a:r>
            <a:r>
              <a:rPr lang="en-US" sz="1600" dirty="0">
                <a:solidFill>
                  <a:srgbClr val="FF0000"/>
                </a:solidFill>
              </a:rPr>
              <a:t>0111 1000</a:t>
            </a:r>
          </a:p>
          <a:p>
            <a:pPr marL="0" indent="0">
              <a:buNone/>
            </a:pPr>
            <a:r>
              <a:rPr lang="en-US" sz="1600" dirty="0"/>
              <a:t>0x1E6A2C48 = </a:t>
            </a:r>
            <a:r>
              <a:rPr lang="en-US" sz="1600" dirty="0">
                <a:solidFill>
                  <a:srgbClr val="00B050"/>
                </a:solidFill>
              </a:rPr>
              <a:t>0011 0100 </a:t>
            </a:r>
            <a:r>
              <a:rPr lang="en-US" sz="1600" dirty="0">
                <a:solidFill>
                  <a:srgbClr val="7030A0"/>
                </a:solidFill>
              </a:rPr>
              <a:t>0001 0010 </a:t>
            </a:r>
            <a:r>
              <a:rPr lang="en-US" sz="1600" dirty="0">
                <a:solidFill>
                  <a:srgbClr val="FF0000"/>
                </a:solidFill>
              </a:rPr>
              <a:t>0111 1000 </a:t>
            </a:r>
            <a:r>
              <a:rPr lang="en-US" sz="1600" dirty="0">
                <a:solidFill>
                  <a:srgbClr val="0000FF"/>
                </a:solidFill>
              </a:rPr>
              <a:t>0101 0110</a:t>
            </a:r>
          </a:p>
        </p:txBody>
      </p:sp>
    </p:spTree>
    <p:extLst>
      <p:ext uri="{BB962C8B-B14F-4D97-AF65-F5344CB8AC3E}">
        <p14:creationId xmlns:p14="http://schemas.microsoft.com/office/powerpoint/2010/main" val="17033022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Order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27</a:t>
            </a:fld>
            <a:endParaRPr kumimoji="0" lang="en-US" dirty="0"/>
          </a:p>
        </p:txBody>
      </p:sp>
      <p:sp>
        <p:nvSpPr>
          <p:cNvPr id="3" name="Rectangle 2"/>
          <p:cNvSpPr/>
          <p:nvPr/>
        </p:nvSpPr>
        <p:spPr>
          <a:xfrm>
            <a:off x="261577" y="3733800"/>
            <a:ext cx="16523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 err="1">
                <a:solidFill>
                  <a:srgbClr val="C00000"/>
                </a:solidFill>
              </a:rPr>
              <a:t>REVSH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Rd, 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6618" y="4114800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6618" y="4724400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Rd</a:t>
            </a:r>
          </a:p>
        </p:txBody>
      </p:sp>
      <p:sp>
        <p:nvSpPr>
          <p:cNvPr id="9" name="Rectangle 8"/>
          <p:cNvSpPr/>
          <p:nvPr/>
        </p:nvSpPr>
        <p:spPr>
          <a:xfrm>
            <a:off x="890915" y="5565474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=0x33448899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0x33448899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REVSH R1, R0       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0xFFFF9988 </a:t>
            </a:r>
            <a:r>
              <a:rPr lang="pt-BR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%Sign bit of Byte 0 is 1</a:t>
            </a:r>
            <a:endParaRPr lang="pt-BR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4441" y="5181600"/>
            <a:ext cx="106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64" y="4162425"/>
            <a:ext cx="733425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070377"/>
              </p:ext>
            </p:extLst>
          </p:nvPr>
        </p:nvGraphicFramePr>
        <p:xfrm>
          <a:off x="664761" y="1304806"/>
          <a:ext cx="7679925" cy="234696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158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RBIT</a:t>
                      </a:r>
                      <a:r>
                        <a:rPr lang="en-US" sz="14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Consolas" panose="020B0609020204030204" pitchFamily="49" charset="0"/>
                        </a:rPr>
                        <a:t>Reverse bit order in a word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&lt; 32;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++)  Rd[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RN[31–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a 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REV16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everse byte order in each half-word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REVSH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bottom half-word and sign extend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Rn[7] &amp;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0xFFFF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7CC5AAC-33E5-3785-4B44-19D4FC99ADEB}"/>
              </a:ext>
            </a:extLst>
          </p:cNvPr>
          <p:cNvSpPr txBox="1">
            <a:spLocks/>
          </p:cNvSpPr>
          <p:nvPr/>
        </p:nvSpPr>
        <p:spPr bwMode="auto">
          <a:xfrm>
            <a:off x="1876602" y="6175289"/>
            <a:ext cx="5034740" cy="599971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600" dirty="0"/>
              <a:t>0x12345678 = </a:t>
            </a:r>
            <a:r>
              <a:rPr lang="en-US" sz="1600" dirty="0">
                <a:solidFill>
                  <a:srgbClr val="7030A0"/>
                </a:solidFill>
              </a:rPr>
              <a:t>0001 0010 </a:t>
            </a:r>
            <a:r>
              <a:rPr lang="en-US" sz="1600" dirty="0">
                <a:solidFill>
                  <a:srgbClr val="00B050"/>
                </a:solidFill>
              </a:rPr>
              <a:t>0011 0100 </a:t>
            </a:r>
            <a:r>
              <a:rPr lang="en-US" sz="1600" dirty="0">
                <a:solidFill>
                  <a:srgbClr val="0000FF"/>
                </a:solidFill>
              </a:rPr>
              <a:t>0101 0110 </a:t>
            </a:r>
            <a:r>
              <a:rPr lang="en-US" sz="1600" dirty="0">
                <a:solidFill>
                  <a:srgbClr val="FF0000"/>
                </a:solidFill>
              </a:rPr>
              <a:t>0111 1000</a:t>
            </a:r>
          </a:p>
          <a:p>
            <a:pPr marL="0" indent="0">
              <a:buNone/>
            </a:pPr>
            <a:r>
              <a:rPr lang="en-US" sz="1600" dirty="0"/>
              <a:t>0x1E6A2C48 = 1111 1111 1111 1111 </a:t>
            </a:r>
            <a:r>
              <a:rPr lang="en-US" sz="1600" dirty="0">
                <a:solidFill>
                  <a:srgbClr val="FF0000"/>
                </a:solidFill>
              </a:rPr>
              <a:t>1001 1001 </a:t>
            </a:r>
            <a:r>
              <a:rPr lang="en-US" sz="1600" dirty="0">
                <a:solidFill>
                  <a:srgbClr val="0000FF"/>
                </a:solidFill>
              </a:rPr>
              <a:t>1000 1000</a:t>
            </a:r>
          </a:p>
        </p:txBody>
      </p:sp>
    </p:spTree>
    <p:extLst>
      <p:ext uri="{BB962C8B-B14F-4D97-AF65-F5344CB8AC3E}">
        <p14:creationId xmlns:p14="http://schemas.microsoft.com/office/powerpoint/2010/main" val="23219445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and Zero Extension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28</a:t>
            </a:fld>
            <a:endParaRPr kumimoji="0" lang="en-US" dirty="0"/>
          </a:p>
        </p:txBody>
      </p:sp>
      <p:sp>
        <p:nvSpPr>
          <p:cNvPr id="6" name="Rectangle 5"/>
          <p:cNvSpPr/>
          <p:nvPr/>
        </p:nvSpPr>
        <p:spPr>
          <a:xfrm>
            <a:off x="571500" y="1995349"/>
            <a:ext cx="8001000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int8_t  a = -1;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 signed 8-bit integer,  a = 0xFF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int16_t b = -2;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 signed 16-bit integer, b = 0xFFFE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int32_t c;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 signed 32-bit integer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 = a;    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sign extension required,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 = 0xFFFFFFFF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 = b;    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sign extension required,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 = 0xFFFFFFFE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398BFD2-E6B1-B143-6EEA-FF504B6AF985}"/>
              </a:ext>
            </a:extLst>
          </p:cNvPr>
          <p:cNvSpPr txBox="1">
            <a:spLocks/>
          </p:cNvSpPr>
          <p:nvPr/>
        </p:nvSpPr>
        <p:spPr bwMode="auto">
          <a:xfrm>
            <a:off x="2054630" y="4172934"/>
            <a:ext cx="4879570" cy="1161066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600" dirty="0"/>
              <a:t>a = 1111 1111</a:t>
            </a:r>
          </a:p>
          <a:p>
            <a:pPr marL="0" indent="0">
              <a:buNone/>
            </a:pPr>
            <a:r>
              <a:rPr lang="en-US" sz="1600" dirty="0"/>
              <a:t>c = a = 1111 1111 1111 1111 1111 1111 1111 1111</a:t>
            </a:r>
          </a:p>
          <a:p>
            <a:pPr marL="0" indent="0">
              <a:buNone/>
            </a:pPr>
            <a:r>
              <a:rPr lang="en-US" sz="1600" dirty="0"/>
              <a:t>b = 1111 1111 1111 1110</a:t>
            </a:r>
          </a:p>
          <a:p>
            <a:pPr marL="0" indent="0">
              <a:buNone/>
            </a:pPr>
            <a:r>
              <a:rPr lang="en-US" sz="1600" dirty="0"/>
              <a:t>c = b = 1111 1111 1111 1111 1111 1111 1111 1110</a:t>
            </a:r>
          </a:p>
        </p:txBody>
      </p:sp>
    </p:spTree>
    <p:extLst>
      <p:ext uri="{BB962C8B-B14F-4D97-AF65-F5344CB8AC3E}">
        <p14:creationId xmlns:p14="http://schemas.microsoft.com/office/powerpoint/2010/main" val="31522838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and Zero Extension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29</a:t>
            </a:fld>
            <a:endParaRPr kumimoji="0" lang="en-US" dirty="0"/>
          </a:p>
        </p:txBody>
      </p:sp>
      <p:sp>
        <p:nvSpPr>
          <p:cNvPr id="6" name="Rectangle 5"/>
          <p:cNvSpPr/>
          <p:nvPr/>
        </p:nvSpPr>
        <p:spPr>
          <a:xfrm>
            <a:off x="2292626" y="3932872"/>
            <a:ext cx="4572000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=0x55AA8765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SXTB R1, R0	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0x00000065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SXTH R1, R0	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0xFFFF8765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UXTB R1, R0	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0x00000065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UXTH R1, R0	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0x00008765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774807"/>
              </p:ext>
            </p:extLst>
          </p:nvPr>
        </p:nvGraphicFramePr>
        <p:xfrm>
          <a:off x="463826" y="1295400"/>
          <a:ext cx="8458200" cy="259080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30799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SXTB</a:t>
                      </a: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Rm {,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#n}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Sign extend a byte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Rd[31:0]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Sign Extend((Rm ROR (8 × n))[7:0])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SXTH</a:t>
                      </a: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Rm {,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#n}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Sign extend a half-word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Rd[31:0]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Sign Extend((Rm ROR (8 × n))[15:0])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UXTB</a:t>
                      </a: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Rm {,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#n}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Zero extend a byte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Rd[31:0]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Zero Extend((Rm ROR (8 × n))[7:0])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UXTH</a:t>
                      </a: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Rm {,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#n}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Zero extend a half-word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Rd[31:0]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Zero Extend((Rm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(8 × n))[15:0])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9E121D7-5627-E183-E2D7-1B1D2968D92B}"/>
              </a:ext>
            </a:extLst>
          </p:cNvPr>
          <p:cNvSpPr txBox="1">
            <a:spLocks/>
          </p:cNvSpPr>
          <p:nvPr/>
        </p:nvSpPr>
        <p:spPr bwMode="auto">
          <a:xfrm>
            <a:off x="1905000" y="5479688"/>
            <a:ext cx="5209998" cy="121266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600" dirty="0"/>
              <a:t>0x55AA8765 = 0101 0101 1010 1010 1000 0111 0110 0101</a:t>
            </a:r>
          </a:p>
          <a:p>
            <a:pPr marL="0" indent="0">
              <a:buNone/>
            </a:pPr>
            <a:r>
              <a:rPr lang="en-US" sz="1600" dirty="0"/>
              <a:t>0x00000065 = 0000 0000 0000 0000 0000 0000 0110 0101</a:t>
            </a:r>
          </a:p>
          <a:p>
            <a:pPr marL="0" indent="0">
              <a:buNone/>
            </a:pPr>
            <a:r>
              <a:rPr lang="en-US" sz="1600" dirty="0"/>
              <a:t>0xFFFF8765 = 1111 1111 1111 1111 1000 0111 0110 0101</a:t>
            </a:r>
          </a:p>
          <a:p>
            <a:pPr marL="0" indent="0">
              <a:buNone/>
            </a:pPr>
            <a:r>
              <a:rPr lang="en-US" sz="1600" dirty="0"/>
              <a:t>0x00008765 = 0000 0000 0000 0000 1000 0111 0110 0101</a:t>
            </a:r>
          </a:p>
        </p:txBody>
      </p:sp>
    </p:spTree>
    <p:extLst>
      <p:ext uri="{BB962C8B-B14F-4D97-AF65-F5344CB8AC3E}">
        <p14:creationId xmlns:p14="http://schemas.microsoft.com/office/powerpoint/2010/main" val="14596546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1338-9B12-4444-96ED-A487C6365C40}" type="slidenum">
              <a:rPr lang="en-US" altLang="zh-TW"/>
              <a:pPr/>
              <a:t>30</a:t>
            </a:fld>
            <a:endParaRPr lang="en-US" altLang="zh-TW"/>
          </a:p>
        </p:txBody>
      </p:sp>
      <p:sp>
        <p:nvSpPr>
          <p:cNvPr id="78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Move Data between Registers</a:t>
            </a:r>
            <a:endParaRPr lang="zh-TW" altLang="en-US" dirty="0"/>
          </a:p>
        </p:txBody>
      </p:sp>
      <p:sp>
        <p:nvSpPr>
          <p:cNvPr id="78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3352800"/>
            <a:ext cx="7391400" cy="16002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r4, r5        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Copy r5 to r4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MVN r4, r5        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r4 = bitwise logical NOT of r5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r1, r2, LSL #3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r2 &lt;&lt; 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r0, PC        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Copy PC (r15) to r0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r1, SP        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Copy SP (r14) to r1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674935"/>
              </p:ext>
            </p:extLst>
          </p:nvPr>
        </p:nvGraphicFramePr>
        <p:xfrm>
          <a:off x="612648" y="1447800"/>
          <a:ext cx="7696200" cy="129540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2287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9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MOV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600" b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 operand2</a:t>
                      </a:r>
                      <a:endParaRPr lang="en-US" sz="1600" b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MVN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600" b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 NOT operand2</a:t>
                      </a:r>
                      <a:endParaRPr lang="en-US" sz="1600" b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MRS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Rd,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spec_reg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Move from special register to general register</a:t>
                      </a:r>
                      <a:endParaRPr lang="en-US" sz="1600" b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MSR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spec_reg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Move from general register to special register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9043100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1338-9B12-4444-96ED-A487C6365C40}" type="slidenum">
              <a:rPr lang="en-US" altLang="zh-TW"/>
              <a:pPr/>
              <a:t>31</a:t>
            </a:fld>
            <a:endParaRPr lang="en-US" altLang="zh-TW"/>
          </a:p>
        </p:txBody>
      </p:sp>
      <p:sp>
        <p:nvSpPr>
          <p:cNvPr id="78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Move Immediate Number to Register</a:t>
            </a:r>
            <a:endParaRPr lang="zh-TW" altLang="en-US" dirty="0"/>
          </a:p>
        </p:txBody>
      </p:sp>
      <p:sp>
        <p:nvSpPr>
          <p:cNvPr id="78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38400" y="3218020"/>
            <a:ext cx="5105400" cy="762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MOVW r0, #0x4321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0x00004321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MOVT r0, #0x8765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0x87654321</a:t>
            </a:r>
            <a:endParaRPr lang="pt-BR" altLang="zh-TW" sz="18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02443"/>
              </p:ext>
            </p:extLst>
          </p:nvPr>
        </p:nvGraphicFramePr>
        <p:xfrm>
          <a:off x="2019300" y="1316325"/>
          <a:ext cx="5943600" cy="1247829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225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4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94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MOVW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 #imm16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Move Wide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 Rd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#imm16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4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MOVT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 #imm16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Move Top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Rd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#imm16 &lt;&lt; 16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94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MOV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Rd, #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Move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Rd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sym typeface="Symbol"/>
                        </a:rPr>
                        <a:t>const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EBE0760-6769-4463-87A6-B11275CD8231}"/>
              </a:ext>
            </a:extLst>
          </p:cNvPr>
          <p:cNvSpPr/>
          <p:nvPr/>
        </p:nvSpPr>
        <p:spPr>
          <a:xfrm>
            <a:off x="255305" y="4459884"/>
            <a:ext cx="86333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onsolas" panose="020B0609020204030204" pitchFamily="49" charset="0"/>
              </a:rPr>
              <a:t>MOVW</a:t>
            </a:r>
            <a:r>
              <a:rPr lang="en-US" dirty="0"/>
              <a:t> writes 16-bit immediate into the low half of r0, and zeros upper halfword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onsolas" panose="020B0609020204030204" pitchFamily="49" charset="0"/>
              </a:rPr>
              <a:t>MOVT</a:t>
            </a:r>
            <a:r>
              <a:rPr lang="en-US" dirty="0"/>
              <a:t> writes 16-bit immediate into the high half of r0 without altering the low halfword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27B3EE2-112D-476A-AEA7-FFD0C40971E1}"/>
              </a:ext>
            </a:extLst>
          </p:cNvPr>
          <p:cNvSpPr txBox="1">
            <a:spLocks noChangeArrowheads="1"/>
          </p:cNvSpPr>
          <p:nvPr/>
        </p:nvSpPr>
        <p:spPr>
          <a:xfrm>
            <a:off x="2438400" y="5257800"/>
            <a:ext cx="5105400" cy="762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MOVT r0, #0x8765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0x8765xxxx</a:t>
            </a:r>
          </a:p>
          <a:p>
            <a:pPr marL="0" indent="0">
              <a:lnSpc>
                <a:spcPct val="90000"/>
              </a:lnSpc>
              <a:buFont typeface="Wingdings 3"/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MOVW r0, #0x4321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0x00004321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6001C-16DC-44CD-A44F-4F1CF6EF3D3C}"/>
              </a:ext>
            </a:extLst>
          </p:cNvPr>
          <p:cNvSpPr txBox="1"/>
          <p:nvPr/>
        </p:nvSpPr>
        <p:spPr>
          <a:xfrm>
            <a:off x="1143000" y="4133080"/>
            <a:ext cx="2047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Order does matter!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C49EE0-C28A-47E9-BF5E-0848074C94F1}"/>
              </a:ext>
            </a:extLst>
          </p:cNvPr>
          <p:cNvSpPr txBox="1"/>
          <p:nvPr/>
        </p:nvSpPr>
        <p:spPr>
          <a:xfrm>
            <a:off x="499024" y="2695628"/>
            <a:ext cx="49203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Example: Load a 32-bit number into a register</a:t>
            </a:r>
          </a:p>
        </p:txBody>
      </p:sp>
    </p:spTree>
    <p:extLst>
      <p:ext uri="{BB962C8B-B14F-4D97-AF65-F5344CB8AC3E}">
        <p14:creationId xmlns:p14="http://schemas.microsoft.com/office/powerpoint/2010/main" val="1380735846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Barrel Shifter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32</a:t>
            </a:fld>
            <a:endParaRPr kumimoji="0"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524000"/>
            <a:ext cx="6163854" cy="156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3736880"/>
            <a:ext cx="8229600" cy="261946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second operand of </a:t>
            </a:r>
            <a:r>
              <a:rPr lang="en-US" dirty="0" err="1"/>
              <a:t>ALU</a:t>
            </a:r>
            <a:r>
              <a:rPr lang="en-US" dirty="0"/>
              <a:t> has a special hardware called </a:t>
            </a:r>
            <a:r>
              <a:rPr lang="en-US" dirty="0">
                <a:solidFill>
                  <a:srgbClr val="FF0000"/>
                </a:solidFill>
              </a:rPr>
              <a:t>Barrel shifter</a:t>
            </a:r>
          </a:p>
          <a:p>
            <a:r>
              <a:rPr lang="en-US" dirty="0"/>
              <a:t>Five shift and rotation operations: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LSL, LSR, ASR, ROR, RRX</a:t>
            </a:r>
          </a:p>
          <a:p>
            <a:r>
              <a:rPr lang="en-US" sz="2400" dirty="0"/>
              <a:t>Use Barrel shifter to speed up multiplication and division</a:t>
            </a:r>
          </a:p>
          <a:p>
            <a:pPr lvl="1"/>
            <a:r>
              <a:rPr lang="en-US" sz="2100" dirty="0"/>
              <a:t>Shifting left 1 bit multiplies a number by 2</a:t>
            </a:r>
          </a:p>
          <a:p>
            <a:r>
              <a:rPr lang="en-US" dirty="0"/>
              <a:t>r1, LSL #3 means “r1 shifted left by 3 bits,” i.e., r1 &lt;&lt; 3, which is the same as multiplying r0 by 8. </a:t>
            </a:r>
          </a:p>
          <a:p>
            <a:pPr marL="274320" lvl="1" indent="0"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ADD r3, r2, r1,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LSL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#3 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r3 = r2 + r1 &lt;&lt;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5866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shifts to implement multiplication and division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33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52400" y="1219200"/>
            <a:ext cx="8915400" cy="4937760"/>
          </a:xfrm>
        </p:spPr>
        <p:txBody>
          <a:bodyPr>
            <a:normAutofit/>
          </a:bodyPr>
          <a:lstStyle/>
          <a:p>
            <a:r>
              <a:rPr lang="en-US" sz="2400" dirty="0"/>
              <a:t>Examples. r1 = r0 + (r0 &lt;&lt; 3) = r0 + 8 × r0 = 9 × r0</a:t>
            </a:r>
          </a:p>
          <a:p>
            <a:pPr lvl="1"/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 = 9 × r0 </a:t>
            </a:r>
          </a:p>
          <a:p>
            <a:pPr marL="274320" lvl="1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r1, r0,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r0, LSL #3 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&lt;=&gt;  MOV r2, #9    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r2 = 9</a:t>
            </a:r>
          </a:p>
          <a:p>
            <a:pPr marL="274320" lvl="1" indent="0"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MUL r1, r0, r2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r0 * 9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143000" y="4267200"/>
            <a:ext cx="6324600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ADD r1, r0,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r0, LSR #3   </a:t>
            </a:r>
          </a:p>
          <a:p>
            <a:pPr indent="-182880"/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r0 + r0 &gt;&gt; 3 = r0 + r0/8 (unsigned) 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ADD r1, r0,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r0, ASR #3   </a:t>
            </a:r>
          </a:p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r0 + r0 &gt;&gt; 3 = r0 + r0/8 (signed) 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4F585B3-F901-65C1-DE6E-ED758881AE9D}"/>
              </a:ext>
            </a:extLst>
          </p:cNvPr>
          <p:cNvSpPr txBox="1">
            <a:spLocks/>
          </p:cNvSpPr>
          <p:nvPr/>
        </p:nvSpPr>
        <p:spPr bwMode="auto">
          <a:xfrm>
            <a:off x="1143000" y="3021566"/>
            <a:ext cx="6324600" cy="677272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000" dirty="0"/>
              <a:t>MUL instruction takes only registers, not an immediate, so “MUL r1, r0, #9” is invalid syntax</a:t>
            </a:r>
          </a:p>
        </p:txBody>
      </p:sp>
    </p:spTree>
    <p:extLst>
      <p:ext uri="{BB962C8B-B14F-4D97-AF65-F5344CB8AC3E}">
        <p14:creationId xmlns:p14="http://schemas.microsoft.com/office/powerpoint/2010/main" val="186124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Barrel Shifter</a:t>
            </a:r>
          </a:p>
        </p:txBody>
      </p:sp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228600" y="1283471"/>
            <a:ext cx="3111500" cy="346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800" dirty="0">
                <a:latin typeface="Arial" pitchFamily="34" charset="0"/>
              </a:rPr>
              <a:t>Logical Shift Left (</a:t>
            </a:r>
            <a:r>
              <a:rPr lang="en-US" sz="1800" b="1" dirty="0" err="1">
                <a:latin typeface="Arial" pitchFamily="34" charset="0"/>
              </a:rPr>
              <a:t>LSL</a:t>
            </a:r>
            <a:r>
              <a:rPr lang="en-US" sz="1800" dirty="0">
                <a:latin typeface="Arial" pitchFamily="34" charset="0"/>
              </a:rPr>
              <a:t>)</a:t>
            </a:r>
          </a:p>
        </p:txBody>
      </p:sp>
      <p:sp>
        <p:nvSpPr>
          <p:cNvPr id="18451" name="Rectangle 19"/>
          <p:cNvSpPr>
            <a:spLocks noChangeArrowheads="1"/>
          </p:cNvSpPr>
          <p:nvPr/>
        </p:nvSpPr>
        <p:spPr bwMode="auto">
          <a:xfrm>
            <a:off x="5195325" y="1290637"/>
            <a:ext cx="333216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800" dirty="0">
                <a:latin typeface="Arial" pitchFamily="34" charset="0"/>
              </a:rPr>
              <a:t>Arithmetic </a:t>
            </a:r>
            <a:r>
              <a:rPr lang="en-US" dirty="0">
                <a:latin typeface="Arial" pitchFamily="34" charset="0"/>
              </a:rPr>
              <a:t>Shift Right (</a:t>
            </a:r>
            <a:r>
              <a:rPr lang="en-US" b="1" dirty="0">
                <a:latin typeface="Arial" pitchFamily="34" charset="0"/>
              </a:rPr>
              <a:t>ASR</a:t>
            </a:r>
            <a:r>
              <a:rPr lang="en-US" dirty="0">
                <a:latin typeface="Arial" pitchFamily="34" charset="0"/>
              </a:rPr>
              <a:t>)</a:t>
            </a:r>
            <a:endParaRPr lang="en-US" sz="1800" dirty="0">
              <a:latin typeface="Arial" pitchFamily="34" charset="0"/>
            </a:endParaRPr>
          </a:p>
        </p:txBody>
      </p:sp>
      <p:sp>
        <p:nvSpPr>
          <p:cNvPr id="18466" name="Rectangle 34"/>
          <p:cNvSpPr>
            <a:spLocks noChangeArrowheads="1"/>
          </p:cNvSpPr>
          <p:nvPr/>
        </p:nvSpPr>
        <p:spPr bwMode="auto">
          <a:xfrm>
            <a:off x="304800" y="2889197"/>
            <a:ext cx="3111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800" dirty="0">
                <a:latin typeface="Arial" pitchFamily="34" charset="0"/>
              </a:rPr>
              <a:t>Logical Shift </a:t>
            </a:r>
            <a:r>
              <a:rPr lang="en-US" dirty="0">
                <a:latin typeface="Arial" pitchFamily="34" charset="0"/>
              </a:rPr>
              <a:t>Right (</a:t>
            </a:r>
            <a:r>
              <a:rPr lang="en-US" b="1" dirty="0" err="1">
                <a:latin typeface="Arial" pitchFamily="34" charset="0"/>
              </a:rPr>
              <a:t>LSR</a:t>
            </a:r>
            <a:r>
              <a:rPr lang="en-US" dirty="0">
                <a:latin typeface="Arial" pitchFamily="34" charset="0"/>
              </a:rPr>
              <a:t>)</a:t>
            </a:r>
            <a:endParaRPr lang="en-US" sz="1800" dirty="0">
              <a:latin typeface="Arial" pitchFamily="34" charset="0"/>
            </a:endParaRPr>
          </a:p>
        </p:txBody>
      </p:sp>
      <p:sp>
        <p:nvSpPr>
          <p:cNvPr id="18467" name="Rectangle 35"/>
          <p:cNvSpPr>
            <a:spLocks noChangeArrowheads="1"/>
          </p:cNvSpPr>
          <p:nvPr/>
        </p:nvSpPr>
        <p:spPr bwMode="auto">
          <a:xfrm>
            <a:off x="5195325" y="2889198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Rotate Right (</a:t>
            </a:r>
            <a:r>
              <a:rPr lang="en-US" b="1" dirty="0" err="1">
                <a:latin typeface="Arial" pitchFamily="34" charset="0"/>
              </a:rPr>
              <a:t>ROR</a:t>
            </a:r>
            <a:r>
              <a:rPr lang="en-US" dirty="0">
                <a:latin typeface="Arial" pitchFamily="34" charset="0"/>
              </a:rPr>
              <a:t>)</a:t>
            </a:r>
            <a:endParaRPr lang="en-US" sz="1800" dirty="0">
              <a:latin typeface="Arial" pitchFamily="34" charset="0"/>
            </a:endParaRPr>
          </a:p>
        </p:txBody>
      </p:sp>
      <p:sp>
        <p:nvSpPr>
          <p:cNvPr id="18476" name="Rectangle 44"/>
          <p:cNvSpPr>
            <a:spLocks noChangeArrowheads="1"/>
          </p:cNvSpPr>
          <p:nvPr/>
        </p:nvSpPr>
        <p:spPr bwMode="auto">
          <a:xfrm>
            <a:off x="304800" y="4267200"/>
            <a:ext cx="33512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800" dirty="0">
                <a:latin typeface="Arial" pitchFamily="34" charset="0"/>
              </a:rPr>
              <a:t>Rotate Right </a:t>
            </a:r>
            <a:r>
              <a:rPr lang="en-US" dirty="0">
                <a:latin typeface="Arial" pitchFamily="34" charset="0"/>
              </a:rPr>
              <a:t>Extended (</a:t>
            </a:r>
            <a:r>
              <a:rPr lang="en-US" b="1" dirty="0" err="1">
                <a:latin typeface="Arial" pitchFamily="34" charset="0"/>
              </a:rPr>
              <a:t>RRX</a:t>
            </a:r>
            <a:r>
              <a:rPr lang="en-US" dirty="0">
                <a:latin typeface="Arial" pitchFamily="34" charset="0"/>
              </a:rPr>
              <a:t>)</a:t>
            </a:r>
            <a:endParaRPr lang="en-US" sz="1800" dirty="0">
              <a:latin typeface="Arial" pitchFamily="34" charset="0"/>
            </a:endParaRP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5412495" y="4756381"/>
            <a:ext cx="30137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Why is there rotate right but no rotate left?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1211" y="5403229"/>
            <a:ext cx="37962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41FF"/>
                </a:solidFill>
              </a:rPr>
              <a:t>Rotate left can be replaced by a rotate right with a different rotate offset, e.g.,  ROL x, n equals ROR x, 32−n for 32-bit values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489" y="1690446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271840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5325" y="1730230"/>
            <a:ext cx="3796275" cy="71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9462" y="3461312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972" y="4774612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4933439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7964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6F502-DB5A-8F9C-A5EB-10BBD924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Barrel Shifter: Explanations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5D8ACB-98F6-A4F1-CB73-635D27ADC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35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>
                    <a:latin typeface="Gill Sans Light"/>
                  </a:rPr>
                  <a:t>LSL (logical shift left):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left, fills zeros on the right; </a:t>
                </a:r>
                <a:r>
                  <a:rPr lang="en-US" dirty="0">
                    <a:latin typeface="Gill Sans Light"/>
                  </a:rPr>
                  <a:t>C gets the last bit shifted out of bit 31. This is multiply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 </a:t>
                </a:r>
                <a:r>
                  <a:rPr lang="en-US" dirty="0">
                    <a:latin typeface="Gill Sans Light"/>
                  </a:rPr>
                  <a:t>for non-overflowing values.</a:t>
                </a:r>
              </a:p>
              <a:p>
                <a:r>
                  <a:rPr lang="en-US" dirty="0">
                    <a:latin typeface="Gill Sans Light"/>
                  </a:rPr>
                  <a:t>LSR (logical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zeros on the left; </a:t>
                </a:r>
                <a:r>
                  <a:rPr lang="en-US" dirty="0">
                    <a:latin typeface="Gill Sans Light"/>
                  </a:rPr>
                  <a:t>C gets the last bit shifted out of bit 0. This is unsigned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.</a:t>
                </a:r>
                <a:r>
                  <a:rPr lang="en-US" dirty="0">
                    <a:latin typeface="Gill Sans Light"/>
                  </a:rPr>
                  <a:t> </a:t>
                </a:r>
              </a:p>
              <a:p>
                <a:r>
                  <a:rPr lang="en-US" dirty="0">
                    <a:latin typeface="Gill Sans Light"/>
                  </a:rPr>
                  <a:t>ASR (arithmetic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the sign bit on the left </a:t>
                </a:r>
                <a:r>
                  <a:rPr lang="en-US" dirty="0">
                    <a:latin typeface="Gill Sans Light"/>
                  </a:rPr>
                  <a:t>to preserving the sign; C gets the last bit shifted out of bit 0. This is 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 </a:t>
                </a:r>
                <a:r>
                  <a:rPr lang="en-US" dirty="0">
                    <a:latin typeface="Gill Sans Light"/>
                  </a:rPr>
                  <a:t>with sign extension</a:t>
                </a:r>
              </a:p>
              <a:p>
                <a:r>
                  <a:rPr lang="en-US" dirty="0">
                    <a:latin typeface="Gill Sans Light"/>
                  </a:rPr>
                  <a:t>ROR (rotate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bits right with wraparound</a:t>
                </a:r>
                <a:r>
                  <a:rPr lang="en-US" dirty="0">
                    <a:latin typeface="Gill Sans Light"/>
                  </a:rPr>
                  <a:t>; bits leaving bit 0 re-enter at bit 31, and C receives the bit that wrapped. This is a pure rotation without data loss.</a:t>
                </a:r>
              </a:p>
              <a:p>
                <a:r>
                  <a:rPr lang="en-US" dirty="0">
                    <a:latin typeface="Gill Sans Light"/>
                  </a:rPr>
                  <a:t>RRX (rotate right extended):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right by one through the carry flag</a:t>
                </a:r>
                <a:r>
                  <a:rPr lang="en-US" dirty="0">
                    <a:latin typeface="Gill Sans Light"/>
                  </a:rPr>
                  <a:t>, treating C as a 33rd bit; new bit 31 comes from old C, and C receives old bit 0.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519" t="-2222" r="-2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69463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99A2D-9384-2736-2578-E53F47EF0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(shifting by 4)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C04B3-1C3E-759B-A297-7C141F2AD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36</a:t>
            </a:fld>
            <a:endParaRPr kumimoji="0" lang="en-US"/>
          </a:p>
        </p:txBody>
      </p:sp>
      <p:pic>
        <p:nvPicPr>
          <p:cNvPr id="1026" name="Picture 2" descr="LSL diagram.">
            <a:extLst>
              <a:ext uri="{FF2B5EF4-FFF2-40B4-BE49-F238E27FC236}">
                <a16:creationId xmlns:a16="http://schemas.microsoft.com/office/drawing/2014/main" id="{DB0FAD2D-A109-8FF7-915D-0C781BA92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4031" y="1143000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8">
            <a:extLst>
              <a:ext uri="{FF2B5EF4-FFF2-40B4-BE49-F238E27FC236}">
                <a16:creationId xmlns:a16="http://schemas.microsoft.com/office/drawing/2014/main" id="{2271E411-9C25-D0D4-4F6D-1428AEC5D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83471"/>
            <a:ext cx="3111500" cy="346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800" dirty="0">
                <a:latin typeface="Arial" pitchFamily="34" charset="0"/>
              </a:rPr>
              <a:t>Logical Shift Left (</a:t>
            </a:r>
            <a:r>
              <a:rPr lang="en-US" sz="1800" b="1" dirty="0" err="1">
                <a:latin typeface="Arial" pitchFamily="34" charset="0"/>
              </a:rPr>
              <a:t>LSL</a:t>
            </a:r>
            <a:r>
              <a:rPr lang="en-US" sz="1800" dirty="0">
                <a:latin typeface="Arial" pitchFamily="34" charset="0"/>
              </a:rPr>
              <a:t>)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FB7463D-BACC-3527-43B2-2E8B0F26F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90446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LSR diagram.">
            <a:extLst>
              <a:ext uri="{FF2B5EF4-FFF2-40B4-BE49-F238E27FC236}">
                <a16:creationId xmlns:a16="http://schemas.microsoft.com/office/drawing/2014/main" id="{8DF8733A-295C-13B1-7072-BE7608447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6461" y="2441119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4">
            <a:extLst>
              <a:ext uri="{FF2B5EF4-FFF2-40B4-BE49-F238E27FC236}">
                <a16:creationId xmlns:a16="http://schemas.microsoft.com/office/drawing/2014/main" id="{3D3A8BE7-DA07-7984-BA12-900333DB6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610613"/>
            <a:ext cx="3111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800" dirty="0">
                <a:latin typeface="Arial" pitchFamily="34" charset="0"/>
              </a:rPr>
              <a:t>Logical Shift </a:t>
            </a:r>
            <a:r>
              <a:rPr lang="en-US" dirty="0">
                <a:latin typeface="Arial" pitchFamily="34" charset="0"/>
              </a:rPr>
              <a:t>Right (</a:t>
            </a:r>
            <a:r>
              <a:rPr lang="en-US" b="1" dirty="0" err="1">
                <a:latin typeface="Arial" pitchFamily="34" charset="0"/>
              </a:rPr>
              <a:t>LSR</a:t>
            </a:r>
            <a:r>
              <a:rPr lang="en-US" dirty="0">
                <a:latin typeface="Arial" pitchFamily="34" charset="0"/>
              </a:rPr>
              <a:t>)</a:t>
            </a:r>
            <a:endParaRPr lang="en-US" sz="1800" dirty="0">
              <a:latin typeface="Arial" pitchFamily="34" charset="0"/>
            </a:endParaRP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389A5FA2-BF73-CF63-4FCF-BE52B9E1E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993256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 descr="ASR shifting in zero diagram.">
            <a:extLst>
              <a:ext uri="{FF2B5EF4-FFF2-40B4-BE49-F238E27FC236}">
                <a16:creationId xmlns:a16="http://schemas.microsoft.com/office/drawing/2014/main" id="{76675F7E-56E1-B77B-2F26-966D30767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6461" y="3795954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9">
            <a:extLst>
              <a:ext uri="{FF2B5EF4-FFF2-40B4-BE49-F238E27FC236}">
                <a16:creationId xmlns:a16="http://schemas.microsoft.com/office/drawing/2014/main" id="{678E69C3-115A-65AD-8A82-79F7B3FE5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686245"/>
            <a:ext cx="333216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800" dirty="0">
                <a:latin typeface="Arial" pitchFamily="34" charset="0"/>
              </a:rPr>
              <a:t>Arithmetic </a:t>
            </a:r>
            <a:r>
              <a:rPr lang="en-US" dirty="0">
                <a:latin typeface="Arial" pitchFamily="34" charset="0"/>
              </a:rPr>
              <a:t>Shift Right (</a:t>
            </a:r>
            <a:r>
              <a:rPr lang="en-US" b="1" dirty="0">
                <a:latin typeface="Arial" pitchFamily="34" charset="0"/>
              </a:rPr>
              <a:t>ASR</a:t>
            </a:r>
            <a:r>
              <a:rPr lang="en-US" dirty="0">
                <a:latin typeface="Arial" pitchFamily="34" charset="0"/>
              </a:rPr>
              <a:t>)</a:t>
            </a:r>
            <a:endParaRPr lang="en-US" sz="1800" dirty="0">
              <a:latin typeface="Arial" pitchFamily="34" charset="0"/>
            </a:endParaRPr>
          </a:p>
        </p:txBody>
      </p:sp>
      <p:pic>
        <p:nvPicPr>
          <p:cNvPr id="18" name="Picture 4">
            <a:extLst>
              <a:ext uri="{FF2B5EF4-FFF2-40B4-BE49-F238E27FC236}">
                <a16:creationId xmlns:a16="http://schemas.microsoft.com/office/drawing/2014/main" id="{882A2A42-60C7-7EC3-E17E-7D71A7793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125838"/>
            <a:ext cx="3796275" cy="71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 descr="ASR shifting in one diagram.">
            <a:extLst>
              <a:ext uri="{FF2B5EF4-FFF2-40B4-BE49-F238E27FC236}">
                <a16:creationId xmlns:a16="http://schemas.microsoft.com/office/drawing/2014/main" id="{BCD390CB-5DC7-5CC4-2EC1-70B8114F6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4031" y="5216552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92491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AC65A-5128-11A7-1E1C-6DEF22C7B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E16548-D40D-E878-CF93-A04E3A91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37</a:t>
            </a:fld>
            <a:endParaRPr kumimoji="0" lang="en-US"/>
          </a:p>
        </p:txBody>
      </p:sp>
      <p:pic>
        <p:nvPicPr>
          <p:cNvPr id="2050" name="Picture 2" descr="ROR diagram.">
            <a:extLst>
              <a:ext uri="{FF2B5EF4-FFF2-40B4-BE49-F238E27FC236}">
                <a16:creationId xmlns:a16="http://schemas.microsoft.com/office/drawing/2014/main" id="{7FDB1EA3-667A-183C-4A99-4D7067892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272129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5">
            <a:extLst>
              <a:ext uri="{FF2B5EF4-FFF2-40B4-BE49-F238E27FC236}">
                <a16:creationId xmlns:a16="http://schemas.microsoft.com/office/drawing/2014/main" id="{CE165587-299D-EEAE-2768-D104CEB63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" y="1261969"/>
            <a:ext cx="3536950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Rotate Right (</a:t>
            </a:r>
            <a:r>
              <a:rPr lang="en-US" b="1" dirty="0">
                <a:latin typeface="Arial" pitchFamily="34" charset="0"/>
              </a:rPr>
              <a:t>ROR</a:t>
            </a:r>
            <a:r>
              <a:rPr lang="en-US" dirty="0">
                <a:latin typeface="Arial" pitchFamily="34" charset="0"/>
              </a:rPr>
              <a:t>) (rotate by 4)</a:t>
            </a:r>
            <a:endParaRPr lang="en-US" sz="1800" dirty="0">
              <a:latin typeface="Arial" pitchFamily="34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76D8098E-6E5C-6B4E-65BC-711220C74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1834083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4">
            <a:extLst>
              <a:ext uri="{FF2B5EF4-FFF2-40B4-BE49-F238E27FC236}">
                <a16:creationId xmlns:a16="http://schemas.microsoft.com/office/drawing/2014/main" id="{695B445C-F279-7DB8-4C45-EDA2E7A4E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467" y="3046541"/>
            <a:ext cx="3351213" cy="730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800" dirty="0">
                <a:latin typeface="Arial" pitchFamily="34" charset="0"/>
              </a:rPr>
              <a:t>Rotate Right </a:t>
            </a:r>
            <a:r>
              <a:rPr lang="en-US" dirty="0">
                <a:latin typeface="Arial" pitchFamily="34" charset="0"/>
              </a:rPr>
              <a:t>Extended (</a:t>
            </a:r>
            <a:r>
              <a:rPr lang="en-US" b="1" dirty="0">
                <a:latin typeface="Arial" pitchFamily="34" charset="0"/>
              </a:rPr>
              <a:t>RRX</a:t>
            </a:r>
            <a:r>
              <a:rPr lang="en-US" dirty="0">
                <a:latin typeface="Arial" pitchFamily="34" charset="0"/>
              </a:rPr>
              <a:t>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800" dirty="0">
                <a:latin typeface="Arial" pitchFamily="34" charset="0"/>
              </a:rPr>
              <a:t>(can only rotate by 1)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1E19EB-640B-D3B8-510F-A03161E40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3743160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 descr="RRX diagram.">
            <a:extLst>
              <a:ext uri="{FF2B5EF4-FFF2-40B4-BE49-F238E27FC236}">
                <a16:creationId xmlns:a16="http://schemas.microsoft.com/office/drawing/2014/main" id="{946F170A-B3A8-2FFB-3779-9DE7D91A8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057360"/>
            <a:ext cx="478917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50964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D0B4-10B1-D74B-5633-2E39C35F0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Barrel Shifter Examples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459EC-F664-8814-CB9C-6FAAA0F79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CEE39B-0057-75CA-3B6B-799AFFD5AA9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382000" cy="561721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MOV r0, r0, LSL #1</a:t>
            </a:r>
          </a:p>
          <a:p>
            <a:pPr lvl="1"/>
            <a:r>
              <a:rPr lang="en-US" dirty="0"/>
              <a:t>Multiply R0 by two.</a:t>
            </a:r>
          </a:p>
          <a:p>
            <a:r>
              <a:rPr lang="en-US" dirty="0"/>
              <a:t>MOV r1, r1, LSR #2</a:t>
            </a:r>
          </a:p>
          <a:p>
            <a:pPr lvl="1"/>
            <a:r>
              <a:rPr lang="en-US" dirty="0"/>
              <a:t>Divide R1 by four (unsigned).</a:t>
            </a:r>
          </a:p>
          <a:p>
            <a:r>
              <a:rPr lang="en-US" dirty="0"/>
              <a:t>MOV r2, r2, ASR #2</a:t>
            </a:r>
          </a:p>
          <a:p>
            <a:pPr lvl="1"/>
            <a:r>
              <a:rPr lang="en-US" dirty="0"/>
              <a:t>Divide R2 by four (signed).</a:t>
            </a:r>
          </a:p>
          <a:p>
            <a:r>
              <a:rPr lang="en-US" dirty="0"/>
              <a:t>MOV r3, r3, ROR #16</a:t>
            </a:r>
          </a:p>
          <a:p>
            <a:pPr lvl="1"/>
            <a:r>
              <a:rPr lang="en-US" dirty="0"/>
              <a:t>Swap the top and bottom halves of R3.</a:t>
            </a:r>
          </a:p>
          <a:p>
            <a:r>
              <a:rPr lang="en-US" dirty="0"/>
              <a:t>ADD r4, r4, r4, LSL #4</a:t>
            </a:r>
          </a:p>
          <a:p>
            <a:pPr lvl="1"/>
            <a:r>
              <a:rPr lang="en-US" dirty="0"/>
              <a:t>Multiply R4 by 17. (N = N + N * 16)</a:t>
            </a:r>
          </a:p>
          <a:p>
            <a:r>
              <a:rPr lang="en-US" dirty="0"/>
              <a:t>RSB r5, r5, r5, LSL #5</a:t>
            </a:r>
          </a:p>
          <a:p>
            <a:pPr lvl="1"/>
            <a:r>
              <a:rPr lang="en-US" dirty="0"/>
              <a:t>Multiply R5 by 31. (N = N * 32 - N)</a:t>
            </a:r>
          </a:p>
          <a:p>
            <a:pPr lvl="1"/>
            <a:r>
              <a:rPr lang="en-US" dirty="0"/>
              <a:t>Reverse-subtract using barrel shifter on 2nd operand, giving r5 = (r5 &lt;&lt; 5) − r5</a:t>
            </a:r>
          </a:p>
          <a:p>
            <a:r>
              <a:rPr lang="pt-BR" dirty="0"/>
              <a:t>SUB r5, r5, r5, LSR #5</a:t>
            </a:r>
          </a:p>
          <a:p>
            <a:pPr lvl="1"/>
            <a:r>
              <a:rPr lang="en-US" dirty="0"/>
              <a:t>Subtract using barrel shifter </a:t>
            </a:r>
            <a:r>
              <a:rPr lang="en-US"/>
              <a:t>on 2nd </a:t>
            </a:r>
            <a:r>
              <a:rPr lang="en-US" dirty="0"/>
              <a:t>operand, giving </a:t>
            </a:r>
            <a:r>
              <a:rPr lang="pt-BR" dirty="0"/>
              <a:t>r5 − (r5 &gt;&gt; n)</a:t>
            </a:r>
          </a:p>
          <a:p>
            <a:r>
              <a:rPr lang="pt-BR" dirty="0"/>
              <a:t>LDR r9, [r12, r8, LSL #2]</a:t>
            </a:r>
          </a:p>
          <a:p>
            <a:pPr lvl="1"/>
            <a:r>
              <a:rPr lang="en-US" dirty="0"/>
              <a:t>Load a 32‑bit word into r9 from the memory address computed as r12 + (r8 &lt;&lt; 2), </a:t>
            </a:r>
          </a:p>
        </p:txBody>
      </p:sp>
    </p:spTree>
    <p:extLst>
      <p:ext uri="{BB962C8B-B14F-4D97-AF65-F5344CB8AC3E}">
        <p14:creationId xmlns:p14="http://schemas.microsoft.com/office/powerpoint/2010/main" val="27104251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5B0E4-E014-05AB-4780-04187E0FF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 vs. RSB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ECD456-3579-C7C2-940F-7668CF731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7AB386-ABE0-69FA-5B1F-8605BE3FD0C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SUB instruction: SUB Rd, Rn, Operand2 performs Rd = Rn - Operand2</a:t>
            </a:r>
          </a:p>
          <a:p>
            <a:r>
              <a:rPr lang="en-US" dirty="0"/>
              <a:t>RSB instruction: RSB Rd, Rn, Operand2 performs Rd = Operand2 – Rn</a:t>
            </a:r>
          </a:p>
          <a:p>
            <a:r>
              <a:rPr lang="en-US" dirty="0"/>
              <a:t>There are equivalent:</a:t>
            </a:r>
          </a:p>
          <a:p>
            <a:pPr lvl="1"/>
            <a:r>
              <a:rPr lang="pt-BR" dirty="0"/>
              <a:t>SUB R5, R3, #10         @ R5 = R3 - 10</a:t>
            </a:r>
          </a:p>
          <a:p>
            <a:pPr lvl="1"/>
            <a:r>
              <a:rPr lang="pt-BR" dirty="0"/>
              <a:t>RSB R5, R3, #10         @ R5 = 10 - R3</a:t>
            </a:r>
            <a:endParaRPr lang="en-US" dirty="0"/>
          </a:p>
          <a:p>
            <a:r>
              <a:rPr lang="en-US" dirty="0"/>
              <a:t>When to use RSB?</a:t>
            </a:r>
          </a:p>
          <a:p>
            <a:r>
              <a:rPr lang="en-US" dirty="0"/>
              <a:t>Subtracting from constants, since constants can only appear as Operand2 in ARM instructions. For example:</a:t>
            </a:r>
          </a:p>
          <a:p>
            <a:pPr lvl="1"/>
            <a:r>
              <a:rPr lang="en-US" dirty="0"/>
              <a:t>RSB R2, R4, #1 means R2 = 1 - R4</a:t>
            </a:r>
          </a:p>
          <a:p>
            <a:pPr lvl="1"/>
            <a:r>
              <a:rPr lang="en-US" dirty="0"/>
              <a:t>This cannot be done with SUB without first loading the constant into a register</a:t>
            </a:r>
          </a:p>
          <a:p>
            <a:r>
              <a:rPr lang="en-US" dirty="0"/>
              <a:t>Negation Operations by subtracting from zero:</a:t>
            </a:r>
          </a:p>
          <a:p>
            <a:pPr lvl="1"/>
            <a:r>
              <a:rPr lang="en-US" dirty="0"/>
              <a:t>RSB R0, R0, #0 effectively computes R0 = 0 - R0 = -R0</a:t>
            </a:r>
          </a:p>
          <a:p>
            <a:r>
              <a:rPr lang="en-US" dirty="0"/>
              <a:t>Complex Operand2 Operations</a:t>
            </a:r>
          </a:p>
          <a:p>
            <a:pPr lvl="1"/>
            <a:r>
              <a:rPr lang="en-US" dirty="0"/>
              <a:t>RSB is valuable when you want to perform operations on Operand2 before subtraction, such as shifting :</a:t>
            </a:r>
          </a:p>
          <a:p>
            <a:pPr lvl="1"/>
            <a:r>
              <a:rPr lang="en-US" dirty="0"/>
              <a:t>RSB R1, R2, R3, LSL #1 computes R1 = (R3 &lt;&lt; 1) - R2</a:t>
            </a:r>
          </a:p>
          <a:p>
            <a:pPr lvl="1"/>
            <a:r>
              <a:rPr lang="en-US" dirty="0"/>
              <a:t>This allows you to shift a value and then subtract from it in a single instruction</a:t>
            </a:r>
          </a:p>
        </p:txBody>
      </p:sp>
    </p:spTree>
    <p:extLst>
      <p:ext uri="{BB962C8B-B14F-4D97-AF65-F5344CB8AC3E}">
        <p14:creationId xmlns:p14="http://schemas.microsoft.com/office/powerpoint/2010/main" val="15361226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5DA4B-E91D-E17A-8214-41F9CBB2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 Array Access with LSL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FD7FAA-3533-0204-E8C5-28200D70F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2D6A4C-9A58-2739-559E-A48801D0DB3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To calculate the address of element array[</a:t>
            </a:r>
            <a:r>
              <a:rPr lang="en-US" sz="2400" dirty="0" err="1"/>
              <a:t>i</a:t>
            </a:r>
            <a:r>
              <a:rPr lang="en-US" sz="2400" dirty="0"/>
              <a:t>] of 32-bit integers, we calculate (base address of array) + </a:t>
            </a:r>
            <a:r>
              <a:rPr lang="en-US" sz="2400" dirty="0" err="1"/>
              <a:t>i</a:t>
            </a:r>
            <a:r>
              <a:rPr lang="en-US" sz="2400" dirty="0"/>
              <a:t>*4 for an array of words. Since multiplication is a slow operation, we can shift i’s value left two bit positions. For example:</a:t>
            </a:r>
          </a:p>
          <a:p>
            <a:pPr lvl="1"/>
            <a:r>
              <a:rPr lang="en-US" sz="1800" dirty="0"/>
              <a:t>ADR r3, ARRAY @ load base address of ARRAY into r3 (ARRAY contains 4-byte </a:t>
            </a:r>
            <a:r>
              <a:rPr lang="en-US" sz="1800" dirty="0" err="1"/>
              <a:t>ints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MOV r2, #6          @ Suppose we want to access ARRAY[6]</a:t>
            </a:r>
          </a:p>
          <a:p>
            <a:pPr lvl="1"/>
            <a:r>
              <a:rPr lang="en-US" sz="1800" dirty="0"/>
              <a:t>MOV r4, r2, LSL #2  @ logical shift i’s value in r2 by 2 to multiply its value by 4</a:t>
            </a:r>
          </a:p>
          <a:p>
            <a:pPr lvl="1"/>
            <a:r>
              <a:rPr lang="en-US" sz="1800" dirty="0"/>
              <a:t>ADD r5, r3, r4         @ finish calculation of the address of element array[</a:t>
            </a:r>
            <a:r>
              <a:rPr lang="en-US" sz="1800" dirty="0" err="1"/>
              <a:t>i</a:t>
            </a:r>
            <a:r>
              <a:rPr lang="en-US" sz="1800" dirty="0"/>
              <a:t>] in r5</a:t>
            </a:r>
          </a:p>
          <a:p>
            <a:pPr lvl="1"/>
            <a:r>
              <a:rPr lang="en-US" sz="1800" dirty="0"/>
              <a:t>LDR r6, [r5]            @ load value of array[</a:t>
            </a:r>
            <a:r>
              <a:rPr lang="en-US" sz="1800" dirty="0" err="1"/>
              <a:t>i</a:t>
            </a:r>
            <a:r>
              <a:rPr lang="en-US" sz="1800" dirty="0"/>
              <a:t>] into r6 using the address in r5</a:t>
            </a:r>
          </a:p>
          <a:p>
            <a:r>
              <a:rPr lang="en-US" sz="2400" dirty="0"/>
              <a:t>Alternatively, we can perform this same address calculation with a single ADD:</a:t>
            </a:r>
          </a:p>
          <a:p>
            <a:pPr lvl="1"/>
            <a:r>
              <a:rPr lang="en-US" sz="1800" dirty="0"/>
              <a:t>ADD r5, r3, r2, LSL #2 # calculate address of array[</a:t>
            </a:r>
            <a:r>
              <a:rPr lang="en-US" sz="1800" dirty="0" err="1"/>
              <a:t>i</a:t>
            </a:r>
            <a:r>
              <a:rPr lang="en-US" sz="1800" dirty="0"/>
              <a:t>] in r5 with single ADD</a:t>
            </a:r>
          </a:p>
          <a:p>
            <a:pPr lvl="1"/>
            <a:r>
              <a:rPr lang="en-US" sz="1800" dirty="0"/>
              <a:t>LDR r6, [r5] # load the value of array[</a:t>
            </a:r>
            <a:r>
              <a:rPr lang="en-US" sz="1800" dirty="0" err="1"/>
              <a:t>i</a:t>
            </a:r>
            <a:r>
              <a:rPr lang="en-US" sz="1800" dirty="0"/>
              <a:t>] into r4 using the address in r5</a:t>
            </a:r>
          </a:p>
          <a:p>
            <a:r>
              <a:rPr lang="en-US" sz="2400" dirty="0"/>
              <a:t>Alternatively, ARM has some nice addressing modes to speedup array item access:</a:t>
            </a:r>
          </a:p>
          <a:p>
            <a:pPr lvl="1"/>
            <a:r>
              <a:rPr lang="en-US" sz="1800" dirty="0"/>
              <a:t>LDR r6, [r3, r2, LSL #2] # load value of array[</a:t>
            </a:r>
            <a:r>
              <a:rPr lang="en-US" sz="1800" dirty="0" err="1"/>
              <a:t>i</a:t>
            </a:r>
            <a:r>
              <a:rPr lang="en-US" sz="1800" dirty="0"/>
              <a:t>] into r4</a:t>
            </a:r>
          </a:p>
        </p:txBody>
      </p:sp>
    </p:spTree>
    <p:extLst>
      <p:ext uri="{BB962C8B-B14F-4D97-AF65-F5344CB8AC3E}">
        <p14:creationId xmlns:p14="http://schemas.microsoft.com/office/powerpoint/2010/main" val="7597345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Updating PSR </a:t>
            </a:r>
            <a:r>
              <a:rPr lang="en-US" dirty="0"/>
              <a:t>Flags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41</a:t>
            </a:fld>
            <a:endParaRPr kumimoji="0"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86767"/>
              </p:ext>
            </p:extLst>
          </p:nvPr>
        </p:nvGraphicFramePr>
        <p:xfrm>
          <a:off x="886822" y="2191608"/>
          <a:ext cx="71628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700">
                  <a:extLst>
                    <a:ext uri="{9D8B030D-6E8A-4147-A177-3AD203B41FA5}">
                      <a16:colId xmlns:a16="http://schemas.microsoft.com/office/drawing/2014/main" val="698963818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68253491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747652145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819146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00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R&lt;31&gt;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Consolas" panose="020B0609020204030204" pitchFamily="49" charset="0"/>
                        </a:rPr>
                        <a:t>IsZeroBit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carry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unchanged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42603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2956" y="1276149"/>
            <a:ext cx="8018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“S” is present, the instruction update flags. Otherwise, the flags are not updated.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Let </a:t>
            </a:r>
            <a:r>
              <a:rPr lang="en-US" b="1" dirty="0">
                <a:latin typeface="Consolas" panose="020B0609020204030204" pitchFamily="49" charset="0"/>
              </a:rPr>
              <a:t>R</a:t>
            </a:r>
            <a:r>
              <a:rPr lang="en-US" dirty="0"/>
              <a:t> be the final 32-bit result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15" y="3396170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22" y="4312082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174106"/>
            <a:ext cx="3796275" cy="71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0457" y="4139707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1982069" y="380741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LSLS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53622" y="4702237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LSRS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3245" y="380741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ASRS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2214" y="4702237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RORS</a:t>
            </a:r>
          </a:p>
        </p:txBody>
      </p:sp>
    </p:spTree>
    <p:extLst>
      <p:ext uri="{BB962C8B-B14F-4D97-AF65-F5344CB8AC3E}">
        <p14:creationId xmlns:p14="http://schemas.microsoft.com/office/powerpoint/2010/main" val="41347589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351A7-AD3C-056D-461B-AE3C7AE36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Carry Flag Update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40A137-FECE-8E4F-B93D-A277A455B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375F0-3EF7-A993-72C3-5AD8354CBAA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carry flag captures the last bit shifted out of the register during shift operations, when the instruction explicitly updates flags (</a:t>
            </a:r>
            <a:r>
              <a:rPr lang="en-US"/>
              <a:t>using S </a:t>
            </a:r>
            <a:r>
              <a:rPr lang="en-US" dirty="0"/>
              <a:t>suffix like MOVS, LSLS, ASRS)</a:t>
            </a:r>
          </a:p>
          <a:p>
            <a:pPr lvl="1"/>
            <a:r>
              <a:rPr lang="en-US" dirty="0"/>
              <a:t>LSLS (Logical Shift Left): Carry = the last bit shifted out from the MSB position (bit 31) </a:t>
            </a:r>
          </a:p>
          <a:p>
            <a:pPr lvl="1"/>
            <a:r>
              <a:rPr lang="en-US" dirty="0"/>
              <a:t>LSRS (Logical Shift Right),  ASRS (Arithmetic Shift Right): Carry = the last bit shifted out from the LSB position (bit 0) </a:t>
            </a:r>
          </a:p>
          <a:p>
            <a:pPr lvl="1"/>
            <a:r>
              <a:rPr lang="en-US" dirty="0"/>
              <a:t>RORS (Rotate Right): Carry = bit that was rotated from bit 0 to bit 31</a:t>
            </a:r>
          </a:p>
        </p:txBody>
      </p:sp>
    </p:spTree>
    <p:extLst>
      <p:ext uri="{BB962C8B-B14F-4D97-AF65-F5344CB8AC3E}">
        <p14:creationId xmlns:p14="http://schemas.microsoft.com/office/powerpoint/2010/main" val="24812189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286000" y="2022826"/>
            <a:ext cx="5159168" cy="406214"/>
            <a:chOff x="2286000" y="2022826"/>
            <a:chExt cx="5159168" cy="406214"/>
          </a:xfrm>
        </p:grpSpPr>
        <p:sp>
          <p:nvSpPr>
            <p:cNvPr id="8" name="Rounded Rectangle 7"/>
            <p:cNvSpPr/>
            <p:nvPr/>
          </p:nvSpPr>
          <p:spPr>
            <a:xfrm>
              <a:off x="2286000" y="2022826"/>
              <a:ext cx="1676400" cy="26317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>
              <a:stCxn id="8" idx="3"/>
            </p:cNvCxnSpPr>
            <p:nvPr/>
          </p:nvCxnSpPr>
          <p:spPr>
            <a:xfrm>
              <a:off x="3962400" y="2154413"/>
              <a:ext cx="1219200" cy="8996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5181600" y="2059708"/>
              <a:ext cx="22635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Update carry flag C=1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</a:t>
            </a:r>
            <a:r>
              <a:rPr lang="en-US" dirty="0">
                <a:latin typeface="Consolas" panose="020B0609020204030204" pitchFamily="49" charset="0"/>
              </a:rPr>
              <a:t>ANDS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43</a:t>
            </a:fld>
            <a:endParaRPr kumimoji="0" lang="en-US"/>
          </a:p>
        </p:txBody>
      </p:sp>
      <p:sp>
        <p:nvSpPr>
          <p:cNvPr id="4" name="Rectangle 3"/>
          <p:cNvSpPr/>
          <p:nvPr/>
        </p:nvSpPr>
        <p:spPr>
          <a:xfrm>
            <a:off x="457200" y="1332529"/>
            <a:ext cx="3886200" cy="101566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LDR  r0, =0xFFFFFF00  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LDR  r1, =0x00000001  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AND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S</a:t>
            </a:r>
            <a:r>
              <a:rPr lang="en-US" sz="2000" dirty="0">
                <a:latin typeface="Consolas" panose="020B0609020204030204" pitchFamily="49" charset="0"/>
              </a:rPr>
              <a:t> r2, r1, r0, LSL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37721"/>
            <a:ext cx="3857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N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latin typeface="Consolas" panose="020B0609020204030204" pitchFamily="49" charset="0"/>
              </a:rPr>
              <a:t>,  Z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latin typeface="Consolas" panose="020B0609020204030204" pitchFamily="49" charset="0"/>
              </a:rPr>
              <a:t>,  C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latin typeface="Consolas" panose="020B0609020204030204" pitchFamily="49" charset="0"/>
              </a:rPr>
              <a:t>,  V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423620" y="3200400"/>
            <a:ext cx="8263180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AND{S}&lt;c&gt;&lt;q&gt; {&lt;Rd&gt;,} &lt;Rn&gt;, &lt;Rm&gt; {,&lt;shift&gt;}</a:t>
            </a:r>
          </a:p>
          <a:p>
            <a:r>
              <a:rPr lang="en-US" dirty="0"/>
              <a:t>r0 = 0xFFFFFF00</a:t>
            </a:r>
          </a:p>
          <a:p>
            <a:r>
              <a:rPr lang="en-US" dirty="0"/>
              <a:t>r1 = 0x00000001</a:t>
            </a:r>
          </a:p>
          <a:p>
            <a:r>
              <a:rPr lang="en-US" dirty="0"/>
              <a:t>r0, LSL #1 = 0xFFFFFE00</a:t>
            </a:r>
          </a:p>
          <a:p>
            <a:r>
              <a:rPr lang="en-US" dirty="0"/>
              <a:t>r2 = r1 AND (r0 &lt;&lt; 1) = 0x00000001 AND 0xFFFFFE00 = 0x00000000</a:t>
            </a:r>
          </a:p>
          <a:p>
            <a:r>
              <a:rPr lang="en-US" dirty="0"/>
              <a:t>ANDS sets flags:</a:t>
            </a:r>
          </a:p>
          <a:p>
            <a:r>
              <a:rPr lang="en-US" dirty="0"/>
              <a:t>Z = 1 (result r2 is zero)</a:t>
            </a:r>
          </a:p>
          <a:p>
            <a:r>
              <a:rPr lang="en-US" dirty="0"/>
              <a:t>N = 0 (bit 31 of result r2 is 0)</a:t>
            </a:r>
          </a:p>
          <a:p>
            <a:r>
              <a:rPr lang="en-US" dirty="0"/>
              <a:t>C is unaffected by ANDS. It was set be previous shift to be C=1 </a:t>
            </a:r>
          </a:p>
          <a:p>
            <a:r>
              <a:rPr lang="en-US" dirty="0"/>
              <a:t>V is unaffected by ANDS.  Assume it was 0 before.</a:t>
            </a:r>
          </a:p>
        </p:txBody>
      </p:sp>
    </p:spTree>
    <p:extLst>
      <p:ext uri="{BB962C8B-B14F-4D97-AF65-F5344CB8AC3E}">
        <p14:creationId xmlns:p14="http://schemas.microsoft.com/office/powerpoint/2010/main" val="1913135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2286000" y="2022826"/>
            <a:ext cx="5754909" cy="406214"/>
            <a:chOff x="2286000" y="2022826"/>
            <a:chExt cx="5754909" cy="406214"/>
          </a:xfrm>
        </p:grpSpPr>
        <p:sp>
          <p:nvSpPr>
            <p:cNvPr id="9" name="Rounded Rectangle 8"/>
            <p:cNvSpPr/>
            <p:nvPr/>
          </p:nvSpPr>
          <p:spPr>
            <a:xfrm>
              <a:off x="2286000" y="2022826"/>
              <a:ext cx="1676400" cy="26317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>
              <a:stCxn id="9" idx="3"/>
            </p:cNvCxnSpPr>
            <p:nvPr/>
          </p:nvCxnSpPr>
          <p:spPr>
            <a:xfrm>
              <a:off x="3962400" y="2154413"/>
              <a:ext cx="1219200" cy="8996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5181600" y="2059708"/>
              <a:ext cx="28593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Does NOT update carry flag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</a:t>
            </a:r>
            <a:r>
              <a:rPr lang="en-US" dirty="0">
                <a:latin typeface="Consolas" panose="020B0609020204030204" pitchFamily="49" charset="0"/>
              </a:rPr>
              <a:t>ADDS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44</a:t>
            </a:fld>
            <a:endParaRPr kumimoji="0" lang="en-US"/>
          </a:p>
        </p:txBody>
      </p:sp>
      <p:sp>
        <p:nvSpPr>
          <p:cNvPr id="4" name="Rectangle 3"/>
          <p:cNvSpPr/>
          <p:nvPr/>
        </p:nvSpPr>
        <p:spPr>
          <a:xfrm>
            <a:off x="457200" y="1332529"/>
            <a:ext cx="3886200" cy="101566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LDR  r0, =0xFFFFFF00  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LDR  r1, =0x00000001  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ADD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S</a:t>
            </a:r>
            <a:r>
              <a:rPr lang="en-US" sz="2000" dirty="0">
                <a:latin typeface="Consolas" panose="020B0609020204030204" pitchFamily="49" charset="0"/>
              </a:rPr>
              <a:t> r2, r1, r0, LSL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37721"/>
            <a:ext cx="3857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N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latin typeface="Consolas" panose="020B0609020204030204" pitchFamily="49" charset="0"/>
              </a:rPr>
              <a:t>,  Z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latin typeface="Consolas" panose="020B0609020204030204" pitchFamily="49" charset="0"/>
              </a:rPr>
              <a:t>,  C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latin typeface="Consolas" panose="020B0609020204030204" pitchFamily="49" charset="0"/>
              </a:rPr>
              <a:t>,  V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3127062"/>
            <a:ext cx="8458200" cy="36933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ADD{S}&lt;c&gt;&lt;q&gt; {&lt;Rd&gt;,} &lt;Rn&gt;, &lt;Rm&gt; {,&lt;shift&gt;}</a:t>
            </a:r>
          </a:p>
          <a:p>
            <a:r>
              <a:rPr lang="en-US" dirty="0"/>
              <a:t>r0 = 0xFFFFFF00</a:t>
            </a:r>
          </a:p>
          <a:p>
            <a:r>
              <a:rPr lang="en-US" dirty="0"/>
              <a:t>r1 = 0x00000001</a:t>
            </a:r>
          </a:p>
          <a:p>
            <a:r>
              <a:rPr lang="en-US" dirty="0"/>
              <a:t>r0, LSL #1 = 0xFFFFFE00</a:t>
            </a:r>
          </a:p>
          <a:p>
            <a:r>
              <a:rPr lang="en-US" dirty="0"/>
              <a:t>r2 = r1 + (r0 &lt;&lt; 1) = 0x00000001 + 0xFFFFFE00 = </a:t>
            </a:r>
            <a:r>
              <a:rPr lang="en-US" dirty="0">
                <a:solidFill>
                  <a:schemeClr val="tx1"/>
                </a:solidFill>
              </a:rPr>
              <a:t>0xFFFFFE01</a:t>
            </a:r>
            <a:endParaRPr lang="en-US" dirty="0"/>
          </a:p>
          <a:p>
            <a:r>
              <a:rPr lang="en-US" dirty="0"/>
              <a:t>ADDS sets flags:</a:t>
            </a:r>
          </a:p>
          <a:p>
            <a:r>
              <a:rPr lang="en-US" dirty="0"/>
              <a:t>Z = 0 (result r2 is non-zero)</a:t>
            </a:r>
          </a:p>
          <a:p>
            <a:r>
              <a:rPr lang="en-US" dirty="0"/>
              <a:t>N = 1 (bit 31 of result r2 is 1)</a:t>
            </a:r>
          </a:p>
          <a:p>
            <a:r>
              <a:rPr lang="en-US" dirty="0"/>
              <a:t>C = 0 (there is no carry out from bit 31 for unsigned addition, when adding 0x00000001 and 0xFFFFFE00)</a:t>
            </a:r>
          </a:p>
          <a:p>
            <a:r>
              <a:rPr lang="en-US" dirty="0"/>
              <a:t>V=0 is (there is no overflow for signed addition, when adding 0x00000001 and 0xFFFFFE00.  Recall: adding a positive (1) to a negative (0xFFFFFE00) cannot cause overflow.)</a:t>
            </a:r>
          </a:p>
        </p:txBody>
      </p:sp>
    </p:spTree>
    <p:extLst>
      <p:ext uri="{BB962C8B-B14F-4D97-AF65-F5344CB8AC3E}">
        <p14:creationId xmlns:p14="http://schemas.microsoft.com/office/powerpoint/2010/main" val="352580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Set a Bit in 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45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2590800" y="1334868"/>
            <a:ext cx="34772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|= (1 &lt;&lt; k)</a:t>
            </a:r>
          </a:p>
        </p:txBody>
      </p:sp>
      <p:sp>
        <p:nvSpPr>
          <p:cNvPr id="7" name="Rectangle 6"/>
          <p:cNvSpPr/>
          <p:nvPr/>
        </p:nvSpPr>
        <p:spPr>
          <a:xfrm>
            <a:off x="2590800" y="2325469"/>
            <a:ext cx="42370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a = a | (1 &lt;&lt; 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1981199"/>
            <a:ext cx="5052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905000" y="3916680"/>
          <a:ext cx="5418664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b="1" baseline="-250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b="1" baseline="-25000" dirty="0">
                        <a:solidFill>
                          <a:srgbClr val="C00000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11" y="3352800"/>
            <a:ext cx="1986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Example:  k = 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68014" y="3916680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63439" y="4286012"/>
            <a:ext cx="838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1 &lt;&lt; k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582665" y="4655344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 | (1 &lt;&lt; k)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DB2674-F2AA-6443-8E9B-6D46783B06F4}"/>
              </a:ext>
            </a:extLst>
          </p:cNvPr>
          <p:cNvSpPr txBox="1"/>
          <p:nvPr/>
        </p:nvSpPr>
        <p:spPr>
          <a:xfrm>
            <a:off x="2397852" y="5453305"/>
            <a:ext cx="4498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000FF"/>
                </a:solidFill>
              </a:rPr>
              <a:t>The other bits should not be affected.</a:t>
            </a:r>
          </a:p>
        </p:txBody>
      </p:sp>
    </p:spTree>
    <p:extLst>
      <p:ext uri="{BB962C8B-B14F-4D97-AF65-F5344CB8AC3E}">
        <p14:creationId xmlns:p14="http://schemas.microsoft.com/office/powerpoint/2010/main" val="42704724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Set a Bit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46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620530" y="1460571"/>
            <a:ext cx="23936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|= (1 &lt;&lt; 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530" y="2239807"/>
            <a:ext cx="5638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1: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MOVS r4, #1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LSLS r4, r4,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1&lt;&lt;5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ORRS</a:t>
            </a:r>
            <a:r>
              <a:rPr lang="pt-BR" sz="2000" dirty="0">
                <a:latin typeface="Consolas" panose="020B0609020204030204" pitchFamily="49" charset="0"/>
              </a:rPr>
              <a:t> r0, r0, r4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| 1&lt;&lt;5 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0020" y="3733800"/>
            <a:ext cx="80662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2: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MOVS r4, #1        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ORRS</a:t>
            </a:r>
            <a:r>
              <a:rPr lang="pt-BR" sz="2000" dirty="0">
                <a:latin typeface="Consolas" panose="020B0609020204030204" pitchFamily="49" charset="0"/>
              </a:rPr>
              <a:t> r0, r0, r4, LSL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| 1&lt;&lt;5 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855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 a Bit in C</a:t>
            </a:r>
            <a:endParaRPr lang="en-US" i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47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2819400" y="1752599"/>
            <a:ext cx="32239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&amp;= ~(1&lt;&lt;k)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905000" y="3558503"/>
          <a:ext cx="5418664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b="1" baseline="-250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b="1" baseline="-25000" dirty="0">
                        <a:solidFill>
                          <a:srgbClr val="C00000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11" y="2971800"/>
            <a:ext cx="1986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Example:  k =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68014" y="355850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753688" y="3927835"/>
            <a:ext cx="11278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~(1 &lt;&lt; k)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460270" y="4297167"/>
            <a:ext cx="14520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 &amp; ~(1&lt;&lt;k)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DF2A38-5015-B348-A02E-8F5D807F4547}"/>
              </a:ext>
            </a:extLst>
          </p:cNvPr>
          <p:cNvSpPr txBox="1"/>
          <p:nvPr/>
        </p:nvSpPr>
        <p:spPr>
          <a:xfrm>
            <a:off x="2397852" y="5453305"/>
            <a:ext cx="4498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000FF"/>
                </a:solidFill>
              </a:rPr>
              <a:t>The other bits should not be affected.</a:t>
            </a:r>
          </a:p>
        </p:txBody>
      </p:sp>
    </p:spTree>
    <p:extLst>
      <p:ext uri="{BB962C8B-B14F-4D97-AF65-F5344CB8AC3E}">
        <p14:creationId xmlns:p14="http://schemas.microsoft.com/office/powerpoint/2010/main" val="38971904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 a Bit in Assembly</a:t>
            </a:r>
            <a:endParaRPr lang="en-US" i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48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607743" y="1178560"/>
            <a:ext cx="22236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&amp;= ~(1&lt;&lt;5)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843" y="3429834"/>
            <a:ext cx="80662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2: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MOVS r4, #1    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MVNS r4, r4, LSL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r4 = not (1&lt;&lt;5)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ANDS</a:t>
            </a:r>
            <a:r>
              <a:rPr lang="pt-BR" sz="2000" dirty="0">
                <a:latin typeface="Consolas" panose="020B0609020204030204" pitchFamily="49" charset="0"/>
              </a:rPr>
              <a:t> r0, r0, r4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r0 = r0 &amp; not (1&lt;&lt;5)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3960" y="4912360"/>
            <a:ext cx="806626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3: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MOVS r4, #1        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BICS</a:t>
            </a:r>
            <a:r>
              <a:rPr lang="pt-BR" sz="2000" dirty="0">
                <a:latin typeface="Consolas" panose="020B0609020204030204" pitchFamily="49" charset="0"/>
              </a:rPr>
              <a:t> r0, r0, r4, LSL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&amp; not (1&lt;&lt;5)</a:t>
            </a:r>
          </a:p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			    ; BIC (Bit Clear) clears 				    bit 5 of r0 (from r4=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0x20)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0371" y="1655991"/>
            <a:ext cx="806626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1: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MOVS r4, #1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  <a:endParaRPr lang="pt-BR" sz="2000" dirty="0">
              <a:latin typeface="Consolas" panose="020B0609020204030204" pitchFamily="49" charset="0"/>
            </a:endParaRPr>
          </a:p>
          <a:p>
            <a:r>
              <a:rPr lang="pt-BR" sz="2000" dirty="0">
                <a:latin typeface="Consolas" panose="020B0609020204030204" pitchFamily="49" charset="0"/>
              </a:rPr>
              <a:t>    LSLS r4, r4,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1&lt;&lt;5 = 0x20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MVNS r4, r4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not (1&lt;&lt;5)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ANDS</a:t>
            </a:r>
            <a:r>
              <a:rPr lang="pt-BR" sz="2000" dirty="0">
                <a:latin typeface="Consolas" panose="020B0609020204030204" pitchFamily="49" charset="0"/>
              </a:rPr>
              <a:t> r0, r0, r4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r0 = r0 &amp; not (1&lt;&lt;5)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034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Toggle a Bit in 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49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3352800" y="1676400"/>
            <a:ext cx="24641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^= 1&lt;&lt;k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905000" y="2912171"/>
          <a:ext cx="6400801" cy="117479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4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6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26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323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b="1" baseline="-250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36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2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NOT</a:t>
                      </a:r>
                      <a:r>
                        <a:rPr lang="en-US" b="0" dirty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b="1" baseline="-25000" dirty="0">
                          <a:solidFill>
                            <a:srgbClr val="C00000"/>
                          </a:solidFill>
                        </a:rPr>
                        <a:t>5</a:t>
                      </a:r>
                      <a:r>
                        <a:rPr lang="en-US" b="0" dirty="0">
                          <a:solidFill>
                            <a:srgbClr val="C00000"/>
                          </a:solidFill>
                        </a:rPr>
                        <a:t>)</a:t>
                      </a:r>
                      <a:endParaRPr lang="en-US" b="1" baseline="-250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11" y="2401669"/>
            <a:ext cx="1986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Example:  </a:t>
            </a:r>
            <a:r>
              <a:rPr lang="en-US" sz="2000" b="1" dirty="0">
                <a:solidFill>
                  <a:schemeClr val="accent1"/>
                </a:solidFill>
              </a:rPr>
              <a:t>k = 5</a:t>
            </a:r>
          </a:p>
        </p:txBody>
      </p:sp>
      <p:sp>
        <p:nvSpPr>
          <p:cNvPr id="8" name="Rectangle 7"/>
          <p:cNvSpPr/>
          <p:nvPr/>
        </p:nvSpPr>
        <p:spPr>
          <a:xfrm>
            <a:off x="1568014" y="2912172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063439" y="3281504"/>
            <a:ext cx="838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1 &lt;&lt; k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48612" y="3650836"/>
            <a:ext cx="1236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 ^= 1&lt;&lt;k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76600" y="4306669"/>
          <a:ext cx="26133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1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5</a:t>
                      </a:r>
                      <a:r>
                        <a:rPr lang="en-US" dirty="0">
                          <a:latin typeface="Arial Unicode MS"/>
                          <a:ea typeface="Arial Unicode MS"/>
                          <a:cs typeface="Arial Unicode MS"/>
                        </a:rPr>
                        <a:t>⊕1</a:t>
                      </a:r>
                      <a:endParaRPr 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3276600" y="5525869"/>
            <a:ext cx="25907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Truth table of Exclusive OR with 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800" y="1293633"/>
            <a:ext cx="7441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Without knowing the initial value, a bit can be toggled by </a:t>
            </a:r>
            <a:r>
              <a:rPr lang="en-US" dirty="0" err="1"/>
              <a:t>XORing</a:t>
            </a:r>
            <a:r>
              <a:rPr lang="en-US" dirty="0"/>
              <a:t> it with a “</a:t>
            </a:r>
            <a:r>
              <a:rPr lang="en-US" dirty="0">
                <a:latin typeface="Consolas"/>
                <a:cs typeface="Consolas"/>
              </a:rPr>
              <a:t>1</a:t>
            </a:r>
            <a:r>
              <a:rPr lang="en-US" dirty="0"/>
              <a:t>”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424730-99AF-A00F-0C82-5001F8F7C5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230331"/>
              </p:ext>
            </p:extLst>
          </p:nvPr>
        </p:nvGraphicFramePr>
        <p:xfrm>
          <a:off x="1006144" y="4294556"/>
          <a:ext cx="174955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83">
                  <a:extLst>
                    <a:ext uri="{9D8B030D-6E8A-4147-A177-3AD203B41FA5}">
                      <a16:colId xmlns:a16="http://schemas.microsoft.com/office/drawing/2014/main" val="327165762"/>
                    </a:ext>
                  </a:extLst>
                </a:gridCol>
                <a:gridCol w="326583">
                  <a:extLst>
                    <a:ext uri="{9D8B030D-6E8A-4147-A177-3AD203B41FA5}">
                      <a16:colId xmlns:a16="http://schemas.microsoft.com/office/drawing/2014/main" val="4133995959"/>
                    </a:ext>
                  </a:extLst>
                </a:gridCol>
                <a:gridCol w="1096386">
                  <a:extLst>
                    <a:ext uri="{9D8B030D-6E8A-4147-A177-3AD203B41FA5}">
                      <a16:colId xmlns:a16="http://schemas.microsoft.com/office/drawing/2014/main" val="496111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 XOR 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5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437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501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847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1978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20665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Toggle a Bit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50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486103" y="1447800"/>
            <a:ext cx="17139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^= 1&lt;&lt;5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572" y="2057400"/>
            <a:ext cx="80662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MOVS r4, #1        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EORS</a:t>
            </a:r>
            <a:r>
              <a:rPr lang="pt-BR" sz="2000" dirty="0">
                <a:latin typeface="Consolas" panose="020B0609020204030204" pitchFamily="49" charset="0"/>
              </a:rPr>
              <a:t> r0, r0, r4, LSL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^ 1&lt;&lt;5 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8404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71A46-65C6-6523-33B9-ECC5C0C10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B8F4A2-4529-92E6-5838-79F54A50B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C4192-D05B-82AA-36C0-2927E416110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Lecture 25. Arithmetic and Logical Instructions</a:t>
            </a:r>
          </a:p>
          <a:p>
            <a:pPr lvl="1"/>
            <a:r>
              <a:rPr lang="en-US" dirty="0">
                <a:hlinkClick r:id="rId2"/>
              </a:rPr>
              <a:t>https://www.youtube.com/watch?v=H-vOP2yRUj4&amp;list=PLRJhV4hUhIymmp5CCeIFPyxbknsdcXCc8&amp;index=25</a:t>
            </a:r>
            <a:r>
              <a:rPr lang="en-US" dirty="0"/>
              <a:t> </a:t>
            </a:r>
          </a:p>
          <a:p>
            <a:r>
              <a:rPr lang="en-US" dirty="0"/>
              <a:t>Lecture 26. Updating NZCV bit flags</a:t>
            </a:r>
          </a:p>
          <a:p>
            <a:pPr lvl="1"/>
            <a:r>
              <a:rPr lang="en-US" dirty="0">
                <a:hlinkClick r:id="rId3"/>
              </a:rPr>
              <a:t>https://www.youtube.com/watch?v=SGJibM1D2_A&amp;list=PLRJhV4hUhIymmp5CCeIFPyxbknsdcXCc8&amp;index=26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1063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3477</TotalTime>
  <Words>9437</Words>
  <Application>Microsoft Office PowerPoint</Application>
  <PresentationFormat>On-screen Show (4:3)</PresentationFormat>
  <Paragraphs>1143</Paragraphs>
  <Slides>51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8" baseType="lpstr">
      <vt:lpstr>Arial Unicode MS</vt:lpstr>
      <vt:lpstr>Bookman Old Style (Headings)</vt:lpstr>
      <vt:lpstr>DejaVu Sans</vt:lpstr>
      <vt:lpstr>Gill Sans Light</vt:lpstr>
      <vt:lpstr>Arial</vt:lpstr>
      <vt:lpstr>Arial Narrow</vt:lpstr>
      <vt:lpstr>Bookman Old Style</vt:lpstr>
      <vt:lpstr>Calibri</vt:lpstr>
      <vt:lpstr>Cambria Math</vt:lpstr>
      <vt:lpstr>Consolas</vt:lpstr>
      <vt:lpstr>Courier New</vt:lpstr>
      <vt:lpstr>Gill Sans MT</vt:lpstr>
      <vt:lpstr>Palatino Linotype</vt:lpstr>
      <vt:lpstr>Tahoma</vt:lpstr>
      <vt:lpstr>Wingdings</vt:lpstr>
      <vt:lpstr>Wingdings 3</vt:lpstr>
      <vt:lpstr>Origin</vt:lpstr>
      <vt:lpstr>Z. Gu</vt:lpstr>
      <vt:lpstr>ARM Programming Model</vt:lpstr>
      <vt:lpstr>NZCV Flags in xPSR</vt:lpstr>
      <vt:lpstr>PowerPoint Presentation</vt:lpstr>
      <vt:lpstr>Overview:  Arithmetic and Logic Instructions</vt:lpstr>
      <vt:lpstr>Example: Add </vt:lpstr>
      <vt:lpstr>Commonly Used Arithmetic Operations</vt:lpstr>
      <vt:lpstr>Instruction Suffix:  S: Set Condition Flags</vt:lpstr>
      <vt:lpstr>Instruction Suffix:  S: Set Condition Flags</vt:lpstr>
      <vt:lpstr>Program Status Register (PSR)</vt:lpstr>
      <vt:lpstr>64-bit Addition</vt:lpstr>
      <vt:lpstr>64-bit Subtraction</vt:lpstr>
      <vt:lpstr>Example: 64-bit Addition &amp; Subtraction</vt:lpstr>
      <vt:lpstr>Example: Short Multiplication and Division</vt:lpstr>
      <vt:lpstr>Example: Long Multiplication</vt:lpstr>
      <vt:lpstr>Bitwise Logic</vt:lpstr>
      <vt:lpstr>Example: AND r2, r0, r1</vt:lpstr>
      <vt:lpstr>Example: ORR r2, r0, r1</vt:lpstr>
      <vt:lpstr>Example: BIC r2, r0, r1</vt:lpstr>
      <vt:lpstr>Example: BFC and BFI</vt:lpstr>
      <vt:lpstr>Bit Operators (&amp;, |, ~) vs  Boolean Operators (&amp;&amp; ,||, !)</vt:lpstr>
      <vt:lpstr>Saturating Instruction: SSAT and USAT</vt:lpstr>
      <vt:lpstr>Example of Saturation</vt:lpstr>
      <vt:lpstr>Reverse Order</vt:lpstr>
      <vt:lpstr>Reverse Order</vt:lpstr>
      <vt:lpstr>Reverse Order</vt:lpstr>
      <vt:lpstr>Reverse Order</vt:lpstr>
      <vt:lpstr>Sign and Zero Extension</vt:lpstr>
      <vt:lpstr>Sign and Zero Extension</vt:lpstr>
      <vt:lpstr>Move Data between Registers</vt:lpstr>
      <vt:lpstr>Move Immediate Number to Register</vt:lpstr>
      <vt:lpstr>Barrel Shifter</vt:lpstr>
      <vt:lpstr>Use shifts to implement multiplication and division</vt:lpstr>
      <vt:lpstr>Barrel Shifter</vt:lpstr>
      <vt:lpstr>Barrel Shifter: Explanations</vt:lpstr>
      <vt:lpstr>Examples (shifting by 4)</vt:lpstr>
      <vt:lpstr>Examples</vt:lpstr>
      <vt:lpstr>Barrel Shifter Examples</vt:lpstr>
      <vt:lpstr>SUB vs. RSB</vt:lpstr>
      <vt:lpstr>Integer Array Access with LSL</vt:lpstr>
      <vt:lpstr>Updating PSR Flags</vt:lpstr>
      <vt:lpstr>Carry Flag Update</vt:lpstr>
      <vt:lpstr>Example 1: ANDS</vt:lpstr>
      <vt:lpstr>Example 2: ADDS</vt:lpstr>
      <vt:lpstr>Set a Bit in C</vt:lpstr>
      <vt:lpstr>Set a Bit in Assembly</vt:lpstr>
      <vt:lpstr>Clear a Bit in C</vt:lpstr>
      <vt:lpstr>Clear a Bit in Assembly</vt:lpstr>
      <vt:lpstr>Toggle a Bit in C</vt:lpstr>
      <vt:lpstr>Toggle a Bit in Assembly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345</cp:revision>
  <dcterms:created xsi:type="dcterms:W3CDTF">2014-02-05T02:41:42Z</dcterms:created>
  <dcterms:modified xsi:type="dcterms:W3CDTF">2025-10-01T00:51:47Z</dcterms:modified>
</cp:coreProperties>
</file>