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47" r:id="rId3"/>
    <p:sldId id="269" r:id="rId4"/>
    <p:sldId id="343" r:id="rId5"/>
    <p:sldId id="348" r:id="rId6"/>
    <p:sldId id="275" r:id="rId7"/>
    <p:sldId id="282" r:id="rId8"/>
    <p:sldId id="285" r:id="rId9"/>
    <p:sldId id="284" r:id="rId10"/>
    <p:sldId id="277" r:id="rId11"/>
    <p:sldId id="349" r:id="rId12"/>
    <p:sldId id="301" r:id="rId13"/>
    <p:sldId id="299" r:id="rId14"/>
    <p:sldId id="353" r:id="rId15"/>
    <p:sldId id="354" r:id="rId16"/>
    <p:sldId id="292" r:id="rId17"/>
    <p:sldId id="300" r:id="rId18"/>
    <p:sldId id="344" r:id="rId19"/>
    <p:sldId id="345" r:id="rId20"/>
    <p:sldId id="298" r:id="rId21"/>
    <p:sldId id="321" r:id="rId22"/>
    <p:sldId id="323" r:id="rId23"/>
    <p:sldId id="325" r:id="rId24"/>
    <p:sldId id="326" r:id="rId25"/>
    <p:sldId id="327" r:id="rId26"/>
    <p:sldId id="303" r:id="rId27"/>
    <p:sldId id="304" r:id="rId28"/>
    <p:sldId id="331" r:id="rId29"/>
    <p:sldId id="339" r:id="rId30"/>
    <p:sldId id="335" r:id="rId31"/>
    <p:sldId id="313" r:id="rId32"/>
    <p:sldId id="346" r:id="rId33"/>
    <p:sldId id="334" r:id="rId34"/>
    <p:sldId id="317" r:id="rId35"/>
    <p:sldId id="318" r:id="rId36"/>
    <p:sldId id="352" r:id="rId37"/>
    <p:sldId id="350" r:id="rId38"/>
    <p:sldId id="351" r:id="rId39"/>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72F6E-B1AD-4CCE-BF1F-C06151F18B31}" v="86" dt="2025-11-02T00:03:10.1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4" autoAdjust="0"/>
    <p:restoredTop sz="85621" autoAdjust="0"/>
  </p:normalViewPr>
  <p:slideViewPr>
    <p:cSldViewPr>
      <p:cViewPr varScale="1">
        <p:scale>
          <a:sx n="70" d="100"/>
          <a:sy n="70" d="100"/>
        </p:scale>
        <p:origin x="480" y="62"/>
      </p:cViewPr>
      <p:guideLst>
        <p:guide orient="horz" pos="2160"/>
        <p:guide pos="3840"/>
      </p:guideLst>
    </p:cSldViewPr>
  </p:slideViewPr>
  <p:notesTextViewPr>
    <p:cViewPr>
      <p:scale>
        <a:sx n="1" d="1"/>
        <a:sy n="1" d="1"/>
      </p:scale>
      <p:origin x="0" y="0"/>
    </p:cViewPr>
  </p:notesTextViewPr>
  <p:sorterViewPr>
    <p:cViewPr>
      <p:scale>
        <a:sx n="100" d="100"/>
        <a:sy n="100" d="100"/>
      </p:scale>
      <p:origin x="0" y="-758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delSld modSld">
      <pc:chgData name="Zonghua Gu" userId="9a7e1853e1951ef5" providerId="LiveId" clId="{CF1FAA12-072C-4ED5-BA76-0FFFAEFDB88A}" dt="2025-11-02T00:04:24.220" v="667" actId="6549"/>
      <pc:docMkLst>
        <pc:docMk/>
      </pc:docMkLst>
      <pc:sldChg chg="modSp del mod">
        <pc:chgData name="Zonghua Gu" userId="9a7e1853e1951ef5" providerId="LiveId" clId="{CF1FAA12-072C-4ED5-BA76-0FFFAEFDB88A}" dt="2025-11-01T23:54:30.490" v="523" actId="47"/>
        <pc:sldMkLst>
          <pc:docMk/>
          <pc:sldMk cId="2319237102" sldId="297"/>
        </pc:sldMkLst>
        <pc:spChg chg="mod">
          <ac:chgData name="Zonghua Gu" userId="9a7e1853e1951ef5" providerId="LiveId" clId="{CF1FAA12-072C-4ED5-BA76-0FFFAEFDB88A}" dt="2025-11-01T23:53:48.338" v="506" actId="21"/>
          <ac:spMkLst>
            <pc:docMk/>
            <pc:sldMk cId="2319237102" sldId="297"/>
            <ac:spMk id="6" creationId="{00000000-0000-0000-0000-000000000000}"/>
          </ac:spMkLst>
        </pc:spChg>
      </pc:sldChg>
      <pc:sldChg chg="addSp delSp modSp mod">
        <pc:chgData name="Zonghua Gu" userId="9a7e1853e1951ef5" providerId="LiveId" clId="{CF1FAA12-072C-4ED5-BA76-0FFFAEFDB88A}" dt="2025-11-02T00:00:58.093" v="613" actId="1076"/>
        <pc:sldMkLst>
          <pc:docMk/>
          <pc:sldMk cId="2121641431" sldId="298"/>
        </pc:sldMkLst>
        <pc:spChg chg="del mod">
          <ac:chgData name="Zonghua Gu" userId="9a7e1853e1951ef5" providerId="LiveId" clId="{CF1FAA12-072C-4ED5-BA76-0FFFAEFDB88A}" dt="2025-11-01T23:59:26.129" v="592"/>
          <ac:spMkLst>
            <pc:docMk/>
            <pc:sldMk cId="2121641431" sldId="298"/>
            <ac:spMk id="2" creationId="{00000000-0000-0000-0000-000000000000}"/>
          </ac:spMkLst>
        </pc:spChg>
        <pc:spChg chg="mod">
          <ac:chgData name="Zonghua Gu" userId="9a7e1853e1951ef5" providerId="LiveId" clId="{CF1FAA12-072C-4ED5-BA76-0FFFAEFDB88A}" dt="2025-11-02T00:00:58.093" v="613" actId="1076"/>
          <ac:spMkLst>
            <pc:docMk/>
            <pc:sldMk cId="2121641431" sldId="298"/>
            <ac:spMk id="4" creationId="{00000000-0000-0000-0000-000000000000}"/>
          </ac:spMkLst>
        </pc:spChg>
        <pc:spChg chg="del mod">
          <ac:chgData name="Zonghua Gu" userId="9a7e1853e1951ef5" providerId="LiveId" clId="{CF1FAA12-072C-4ED5-BA76-0FFFAEFDB88A}" dt="2025-11-01T23:59:26.129" v="594"/>
          <ac:spMkLst>
            <pc:docMk/>
            <pc:sldMk cId="2121641431" sldId="298"/>
            <ac:spMk id="9" creationId="{00000000-0000-0000-0000-000000000000}"/>
          </ac:spMkLst>
        </pc:spChg>
        <pc:spChg chg="del mod">
          <ac:chgData name="Zonghua Gu" userId="9a7e1853e1951ef5" providerId="LiveId" clId="{CF1FAA12-072C-4ED5-BA76-0FFFAEFDB88A}" dt="2025-11-01T23:59:29.942" v="595" actId="478"/>
          <ac:spMkLst>
            <pc:docMk/>
            <pc:sldMk cId="2121641431" sldId="298"/>
            <ac:spMk id="10" creationId="{00000000-0000-0000-0000-000000000000}"/>
          </ac:spMkLst>
        </pc:spChg>
        <pc:spChg chg="del mod">
          <ac:chgData name="Zonghua Gu" userId="9a7e1853e1951ef5" providerId="LiveId" clId="{CF1FAA12-072C-4ED5-BA76-0FFFAEFDB88A}" dt="2025-11-01T23:59:29.942" v="595" actId="478"/>
          <ac:spMkLst>
            <pc:docMk/>
            <pc:sldMk cId="2121641431" sldId="298"/>
            <ac:spMk id="11" creationId="{00000000-0000-0000-0000-000000000000}"/>
          </ac:spMkLst>
        </pc:spChg>
        <pc:spChg chg="del mod">
          <ac:chgData name="Zonghua Gu" userId="9a7e1853e1951ef5" providerId="LiveId" clId="{CF1FAA12-072C-4ED5-BA76-0FFFAEFDB88A}" dt="2025-11-01T23:59:29.942" v="595" actId="478"/>
          <ac:spMkLst>
            <pc:docMk/>
            <pc:sldMk cId="2121641431" sldId="298"/>
            <ac:spMk id="119811" creationId="{00000000-0000-0000-0000-000000000000}"/>
          </ac:spMkLst>
        </pc:spChg>
        <pc:spChg chg="del mod">
          <ac:chgData name="Zonghua Gu" userId="9a7e1853e1951ef5" providerId="LiveId" clId="{CF1FAA12-072C-4ED5-BA76-0FFFAEFDB88A}" dt="2025-11-01T23:59:29.942" v="595" actId="478"/>
          <ac:spMkLst>
            <pc:docMk/>
            <pc:sldMk cId="2121641431" sldId="298"/>
            <ac:spMk id="119812" creationId="{00000000-0000-0000-0000-000000000000}"/>
          </ac:spMkLst>
        </pc:spChg>
        <pc:graphicFrameChg chg="add mod modGraphic">
          <ac:chgData name="Zonghua Gu" userId="9a7e1853e1951ef5" providerId="LiveId" clId="{CF1FAA12-072C-4ED5-BA76-0FFFAEFDB88A}" dt="2025-11-02T00:00:47.043" v="610" actId="6549"/>
          <ac:graphicFrameMkLst>
            <pc:docMk/>
            <pc:sldMk cId="2121641431" sldId="298"/>
            <ac:graphicFrameMk id="5" creationId="{694E9244-6DC9-38E8-2320-89C63C997B6B}"/>
          </ac:graphicFrameMkLst>
        </pc:graphicFrameChg>
      </pc:sldChg>
      <pc:sldChg chg="addSp delSp modSp mod">
        <pc:chgData name="Zonghua Gu" userId="9a7e1853e1951ef5" providerId="LiveId" clId="{CF1FAA12-072C-4ED5-BA76-0FFFAEFDB88A}" dt="2025-11-02T00:04:24.220" v="667" actId="6549"/>
        <pc:sldMkLst>
          <pc:docMk/>
          <pc:sldMk cId="956433268" sldId="321"/>
        </pc:sldMkLst>
        <pc:spChg chg="del mod">
          <ac:chgData name="Zonghua Gu" userId="9a7e1853e1951ef5" providerId="LiveId" clId="{CF1FAA12-072C-4ED5-BA76-0FFFAEFDB88A}" dt="2025-11-02T00:02:14.787" v="627" actId="478"/>
          <ac:spMkLst>
            <pc:docMk/>
            <pc:sldMk cId="956433268" sldId="321"/>
            <ac:spMk id="6" creationId="{00000000-0000-0000-0000-000000000000}"/>
          </ac:spMkLst>
        </pc:spChg>
        <pc:spChg chg="del">
          <ac:chgData name="Zonghua Gu" userId="9a7e1853e1951ef5" providerId="LiveId" clId="{CF1FAA12-072C-4ED5-BA76-0FFFAEFDB88A}" dt="2025-11-02T00:02:46.106" v="633" actId="478"/>
          <ac:spMkLst>
            <pc:docMk/>
            <pc:sldMk cId="956433268" sldId="321"/>
            <ac:spMk id="7" creationId="{00000000-0000-0000-0000-000000000000}"/>
          </ac:spMkLst>
        </pc:spChg>
        <pc:graphicFrameChg chg="add mod modGraphic">
          <ac:chgData name="Zonghua Gu" userId="9a7e1853e1951ef5" providerId="LiveId" clId="{CF1FAA12-072C-4ED5-BA76-0FFFAEFDB88A}" dt="2025-11-02T00:04:24.220" v="667" actId="6549"/>
          <ac:graphicFrameMkLst>
            <pc:docMk/>
            <pc:sldMk cId="956433268" sldId="321"/>
            <ac:graphicFrameMk id="4" creationId="{D02B4FEA-7678-882C-63DC-63E5E9BDB6A9}"/>
          </ac:graphicFrameMkLst>
        </pc:graphicFrameChg>
        <pc:graphicFrameChg chg="del mod">
          <ac:chgData name="Zonghua Gu" userId="9a7e1853e1951ef5" providerId="LiveId" clId="{CF1FAA12-072C-4ED5-BA76-0FFFAEFDB88A}" dt="2025-11-02T00:02:09.397" v="626" actId="478"/>
          <ac:graphicFrameMkLst>
            <pc:docMk/>
            <pc:sldMk cId="956433268" sldId="321"/>
            <ac:graphicFrameMk id="5" creationId="{00000000-0000-0000-0000-000000000000}"/>
          </ac:graphicFrameMkLst>
        </pc:graphicFrameChg>
        <pc:picChg chg="del">
          <ac:chgData name="Zonghua Gu" userId="9a7e1853e1951ef5" providerId="LiveId" clId="{CF1FAA12-072C-4ED5-BA76-0FFFAEFDB88A}" dt="2025-11-02T00:02:09.397" v="626" actId="478"/>
          <ac:picMkLst>
            <pc:docMk/>
            <pc:sldMk cId="956433268" sldId="321"/>
            <ac:picMk id="1025" creationId="{00000000-0000-0000-0000-000000000000}"/>
          </ac:picMkLst>
        </pc:picChg>
      </pc:sldChg>
      <pc:sldChg chg="del">
        <pc:chgData name="Zonghua Gu" userId="9a7e1853e1951ef5" providerId="LiveId" clId="{CF1FAA12-072C-4ED5-BA76-0FFFAEFDB88A}" dt="2025-11-02T00:02:37.427" v="631" actId="47"/>
        <pc:sldMkLst>
          <pc:docMk/>
          <pc:sldMk cId="2653589447" sldId="322"/>
        </pc:sldMkLst>
      </pc:sldChg>
      <pc:sldChg chg="modSp del mod">
        <pc:chgData name="Zonghua Gu" userId="9a7e1853e1951ef5" providerId="LiveId" clId="{CF1FAA12-072C-4ED5-BA76-0FFFAEFDB88A}" dt="2025-11-01T23:27:23.325" v="201" actId="47"/>
        <pc:sldMkLst>
          <pc:docMk/>
          <pc:sldMk cId="2924045303" sldId="324"/>
        </pc:sldMkLst>
        <pc:graphicFrameChg chg="modGraphic">
          <ac:chgData name="Zonghua Gu" userId="9a7e1853e1951ef5" providerId="LiveId" clId="{CF1FAA12-072C-4ED5-BA76-0FFFAEFDB88A}" dt="2025-11-01T23:12:37.116" v="13" actId="20577"/>
          <ac:graphicFrameMkLst>
            <pc:docMk/>
            <pc:sldMk cId="2924045303" sldId="324"/>
            <ac:graphicFrameMk id="4" creationId="{00000000-0000-0000-0000-000000000000}"/>
          </ac:graphicFrameMkLst>
        </pc:graphicFrameChg>
      </pc:sldChg>
      <pc:sldChg chg="modSp del mod">
        <pc:chgData name="Zonghua Gu" userId="9a7e1853e1951ef5" providerId="LiveId" clId="{CF1FAA12-072C-4ED5-BA76-0FFFAEFDB88A}" dt="2025-11-01T23:42:48.112" v="481" actId="47"/>
        <pc:sldMkLst>
          <pc:docMk/>
          <pc:sldMk cId="3102424687" sldId="332"/>
        </pc:sldMkLst>
        <pc:graphicFrameChg chg="modGraphic">
          <ac:chgData name="Zonghua Gu" userId="9a7e1853e1951ef5" providerId="LiveId" clId="{CF1FAA12-072C-4ED5-BA76-0FFFAEFDB88A}" dt="2025-11-01T23:42:35.014" v="480" actId="207"/>
          <ac:graphicFrameMkLst>
            <pc:docMk/>
            <pc:sldMk cId="3102424687" sldId="332"/>
            <ac:graphicFrameMk id="5" creationId="{00000000-0000-0000-0000-000000000000}"/>
          </ac:graphicFrameMkLst>
        </pc:graphicFrameChg>
      </pc:sldChg>
      <pc:sldChg chg="modSp mod">
        <pc:chgData name="Zonghua Gu" userId="9a7e1853e1951ef5" providerId="LiveId" clId="{CF1FAA12-072C-4ED5-BA76-0FFFAEFDB88A}" dt="2025-11-01T23:43:35.392" v="486" actId="207"/>
        <pc:sldMkLst>
          <pc:docMk/>
          <pc:sldMk cId="4291846176" sldId="334"/>
        </pc:sldMkLst>
        <pc:graphicFrameChg chg="modGraphic">
          <ac:chgData name="Zonghua Gu" userId="9a7e1853e1951ef5" providerId="LiveId" clId="{CF1FAA12-072C-4ED5-BA76-0FFFAEFDB88A}" dt="2025-11-01T23:43:35.392" v="486" actId="207"/>
          <ac:graphicFrameMkLst>
            <pc:docMk/>
            <pc:sldMk cId="4291846176" sldId="334"/>
            <ac:graphicFrameMk id="5" creationId="{00000000-0000-0000-0000-000000000000}"/>
          </ac:graphicFrameMkLst>
        </pc:graphicFrameChg>
      </pc:sldChg>
      <pc:sldChg chg="addSp delSp modSp mod delAnim">
        <pc:chgData name="Zonghua Gu" userId="9a7e1853e1951ef5" providerId="LiveId" clId="{CF1FAA12-072C-4ED5-BA76-0FFFAEFDB88A}" dt="2025-11-01T23:41:53.008" v="475" actId="20577"/>
        <pc:sldMkLst>
          <pc:docMk/>
          <pc:sldMk cId="4015228595" sldId="335"/>
        </pc:sldMkLst>
        <pc:spChg chg="del mod">
          <ac:chgData name="Zonghua Gu" userId="9a7e1853e1951ef5" providerId="LiveId" clId="{CF1FAA12-072C-4ED5-BA76-0FFFAEFDB88A}" dt="2025-11-01T23:29:34.425" v="228" actId="478"/>
          <ac:spMkLst>
            <pc:docMk/>
            <pc:sldMk cId="4015228595" sldId="335"/>
            <ac:spMk id="60" creationId="{00000000-0000-0000-0000-000000000000}"/>
          </ac:spMkLst>
        </pc:spChg>
        <pc:spChg chg="del mod">
          <ac:chgData name="Zonghua Gu" userId="9a7e1853e1951ef5" providerId="LiveId" clId="{CF1FAA12-072C-4ED5-BA76-0FFFAEFDB88A}" dt="2025-11-01T23:29:34.425" v="228" actId="478"/>
          <ac:spMkLst>
            <pc:docMk/>
            <pc:sldMk cId="4015228595" sldId="335"/>
            <ac:spMk id="61" creationId="{00000000-0000-0000-0000-000000000000}"/>
          </ac:spMkLst>
        </pc:spChg>
        <pc:spChg chg="del">
          <ac:chgData name="Zonghua Gu" userId="9a7e1853e1951ef5" providerId="LiveId" clId="{CF1FAA12-072C-4ED5-BA76-0FFFAEFDB88A}" dt="2025-11-01T23:29:34.425" v="228" actId="478"/>
          <ac:spMkLst>
            <pc:docMk/>
            <pc:sldMk cId="4015228595" sldId="335"/>
            <ac:spMk id="62" creationId="{00000000-0000-0000-0000-000000000000}"/>
          </ac:spMkLst>
        </pc:spChg>
        <pc:spChg chg="del">
          <ac:chgData name="Zonghua Gu" userId="9a7e1853e1951ef5" providerId="LiveId" clId="{CF1FAA12-072C-4ED5-BA76-0FFFAEFDB88A}" dt="2025-11-01T23:29:34.425" v="228" actId="478"/>
          <ac:spMkLst>
            <pc:docMk/>
            <pc:sldMk cId="4015228595" sldId="335"/>
            <ac:spMk id="63" creationId="{00000000-0000-0000-0000-000000000000}"/>
          </ac:spMkLst>
        </pc:spChg>
        <pc:spChg chg="mod">
          <ac:chgData name="Zonghua Gu" userId="9a7e1853e1951ef5" providerId="LiveId" clId="{CF1FAA12-072C-4ED5-BA76-0FFFAEFDB88A}" dt="2025-11-01T23:29:16.299" v="224" actId="21"/>
          <ac:spMkLst>
            <pc:docMk/>
            <pc:sldMk cId="4015228595" sldId="335"/>
            <ac:spMk id="65" creationId="{00000000-0000-0000-0000-000000000000}"/>
          </ac:spMkLst>
        </pc:spChg>
        <pc:spChg chg="mod">
          <ac:chgData name="Zonghua Gu" userId="9a7e1853e1951ef5" providerId="LiveId" clId="{CF1FAA12-072C-4ED5-BA76-0FFFAEFDB88A}" dt="2025-11-01T23:41:29.744" v="472" actId="20577"/>
          <ac:spMkLst>
            <pc:docMk/>
            <pc:sldMk cId="4015228595" sldId="335"/>
            <ac:spMk id="16441" creationId="{00000000-0000-0000-0000-000000000000}"/>
          </ac:spMkLst>
        </pc:spChg>
        <pc:grpChg chg="del">
          <ac:chgData name="Zonghua Gu" userId="9a7e1853e1951ef5" providerId="LiveId" clId="{CF1FAA12-072C-4ED5-BA76-0FFFAEFDB88A}" dt="2025-11-01T23:29:34.425" v="228" actId="478"/>
          <ac:grpSpMkLst>
            <pc:docMk/>
            <pc:sldMk cId="4015228595" sldId="335"/>
            <ac:grpSpMk id="66" creationId="{00000000-0000-0000-0000-000000000000}"/>
          </ac:grpSpMkLst>
        </pc:grpChg>
        <pc:graphicFrameChg chg="add mod modGraphic">
          <ac:chgData name="Zonghua Gu" userId="9a7e1853e1951ef5" providerId="LiveId" clId="{CF1FAA12-072C-4ED5-BA76-0FFFAEFDB88A}" dt="2025-11-01T23:41:53.008" v="475" actId="20577"/>
          <ac:graphicFrameMkLst>
            <pc:docMk/>
            <pc:sldMk cId="4015228595" sldId="335"/>
            <ac:graphicFrameMk id="2" creationId="{40C49EE2-02DE-71EF-C8DB-8AA0416FD388}"/>
          </ac:graphicFrameMkLst>
        </pc:graphicFrameChg>
      </pc:sldChg>
      <pc:sldChg chg="modSp del mod">
        <pc:chgData name="Zonghua Gu" userId="9a7e1853e1951ef5" providerId="LiveId" clId="{CF1FAA12-072C-4ED5-BA76-0FFFAEFDB88A}" dt="2025-11-01T23:42:01.060" v="476" actId="47"/>
        <pc:sldMkLst>
          <pc:docMk/>
          <pc:sldMk cId="1520596659" sldId="336"/>
        </pc:sldMkLst>
        <pc:spChg chg="mod">
          <ac:chgData name="Zonghua Gu" userId="9a7e1853e1951ef5" providerId="LiveId" clId="{CF1FAA12-072C-4ED5-BA76-0FFFAEFDB88A}" dt="2025-11-01T23:32:21.749" v="298" actId="21"/>
          <ac:spMkLst>
            <pc:docMk/>
            <pc:sldMk cId="1520596659" sldId="336"/>
            <ac:spMk id="6" creationId="{00000000-0000-0000-0000-000000000000}"/>
          </ac:spMkLst>
        </pc:spChg>
      </pc:sldChg>
      <pc:sldChg chg="addSp delSp modSp mod">
        <pc:chgData name="Zonghua Gu" userId="9a7e1853e1951ef5" providerId="LiveId" clId="{CF1FAA12-072C-4ED5-BA76-0FFFAEFDB88A}" dt="2025-11-01T23:42:18.137" v="478"/>
        <pc:sldMkLst>
          <pc:docMk/>
          <pc:sldMk cId="1090868990" sldId="339"/>
        </pc:sldMkLst>
        <pc:spChg chg="del mod">
          <ac:chgData name="Zonghua Gu" userId="9a7e1853e1951ef5" providerId="LiveId" clId="{CF1FAA12-072C-4ED5-BA76-0FFFAEFDB88A}" dt="2025-11-01T23:14:10.047" v="29"/>
          <ac:spMkLst>
            <pc:docMk/>
            <pc:sldMk cId="1090868990" sldId="339"/>
            <ac:spMk id="2" creationId="{00000000-0000-0000-0000-000000000000}"/>
          </ac:spMkLst>
        </pc:spChg>
        <pc:spChg chg="del">
          <ac:chgData name="Zonghua Gu" userId="9a7e1853e1951ef5" providerId="LiveId" clId="{CF1FAA12-072C-4ED5-BA76-0FFFAEFDB88A}" dt="2025-11-01T23:19:29.152" v="87" actId="478"/>
          <ac:spMkLst>
            <pc:docMk/>
            <pc:sldMk cId="1090868990" sldId="339"/>
            <ac:spMk id="3" creationId="{00000000-0000-0000-0000-000000000000}"/>
          </ac:spMkLst>
        </pc:spChg>
        <pc:spChg chg="del">
          <ac:chgData name="Zonghua Gu" userId="9a7e1853e1951ef5" providerId="LiveId" clId="{CF1FAA12-072C-4ED5-BA76-0FFFAEFDB88A}" dt="2025-11-01T23:19:29.152" v="87" actId="478"/>
          <ac:spMkLst>
            <pc:docMk/>
            <pc:sldMk cId="1090868990" sldId="339"/>
            <ac:spMk id="5" creationId="{00000000-0000-0000-0000-000000000000}"/>
          </ac:spMkLst>
        </pc:spChg>
        <pc:spChg chg="mod ord">
          <ac:chgData name="Zonghua Gu" userId="9a7e1853e1951ef5" providerId="LiveId" clId="{CF1FAA12-072C-4ED5-BA76-0FFFAEFDB88A}" dt="2025-11-01T23:26:49.103" v="200" actId="1076"/>
          <ac:spMkLst>
            <pc:docMk/>
            <pc:sldMk cId="1090868990" sldId="339"/>
            <ac:spMk id="6" creationId="{00000000-0000-0000-0000-000000000000}"/>
          </ac:spMkLst>
        </pc:spChg>
        <pc:spChg chg="del mod">
          <ac:chgData name="Zonghua Gu" userId="9a7e1853e1951ef5" providerId="LiveId" clId="{CF1FAA12-072C-4ED5-BA76-0FFFAEFDB88A}" dt="2025-11-01T23:19:29.152" v="87" actId="478"/>
          <ac:spMkLst>
            <pc:docMk/>
            <pc:sldMk cId="1090868990" sldId="339"/>
            <ac:spMk id="7" creationId="{00000000-0000-0000-0000-000000000000}"/>
          </ac:spMkLst>
        </pc:spChg>
        <pc:spChg chg="mod">
          <ac:chgData name="Zonghua Gu" userId="9a7e1853e1951ef5" providerId="LiveId" clId="{CF1FAA12-072C-4ED5-BA76-0FFFAEFDB88A}" dt="2025-11-01T23:41:14.537" v="464" actId="20577"/>
          <ac:spMkLst>
            <pc:docMk/>
            <pc:sldMk cId="1090868990" sldId="339"/>
            <ac:spMk id="15362" creationId="{00000000-0000-0000-0000-000000000000}"/>
          </ac:spMkLst>
        </pc:spChg>
        <pc:graphicFrameChg chg="add del mod modGraphic">
          <ac:chgData name="Zonghua Gu" userId="9a7e1853e1951ef5" providerId="LiveId" clId="{CF1FAA12-072C-4ED5-BA76-0FFFAEFDB88A}" dt="2025-11-01T23:19:38.991" v="89" actId="478"/>
          <ac:graphicFrameMkLst>
            <pc:docMk/>
            <pc:sldMk cId="1090868990" sldId="339"/>
            <ac:graphicFrameMk id="8" creationId="{7FEEEA63-D450-0F13-37CC-A5E24632692B}"/>
          </ac:graphicFrameMkLst>
        </pc:graphicFrameChg>
        <pc:graphicFrameChg chg="add mod modGraphic">
          <ac:chgData name="Zonghua Gu" userId="9a7e1853e1951ef5" providerId="LiveId" clId="{CF1FAA12-072C-4ED5-BA76-0FFFAEFDB88A}" dt="2025-11-01T23:42:18.137" v="478"/>
          <ac:graphicFrameMkLst>
            <pc:docMk/>
            <pc:sldMk cId="1090868990" sldId="339"/>
            <ac:graphicFrameMk id="9" creationId="{DE6EC2DE-E8D5-9BDA-9844-AEF4C2D651C2}"/>
          </ac:graphicFrameMkLst>
        </pc:graphicFrameChg>
        <pc:picChg chg="add del">
          <ac:chgData name="Zonghua Gu" userId="9a7e1853e1951ef5" providerId="LiveId" clId="{CF1FAA12-072C-4ED5-BA76-0FFFAEFDB88A}" dt="2025-11-01T23:18:59.085" v="79" actId="22"/>
          <ac:picMkLst>
            <pc:docMk/>
            <pc:sldMk cId="1090868990" sldId="339"/>
            <ac:picMk id="11" creationId="{9E4EF1E2-B942-9C10-9405-77DBF3F217EC}"/>
          </ac:picMkLst>
        </pc:picChg>
      </pc:sldChg>
      <pc:sldChg chg="delSp modSp del mod modNotesTx">
        <pc:chgData name="Zonghua Gu" userId="9a7e1853e1951ef5" providerId="LiveId" clId="{CF1FAA12-072C-4ED5-BA76-0FFFAEFDB88A}" dt="2025-11-01T23:21:38.040" v="139" actId="47"/>
        <pc:sldMkLst>
          <pc:docMk/>
          <pc:sldMk cId="1809958305" sldId="340"/>
        </pc:sldMkLst>
        <pc:spChg chg="del mod">
          <ac:chgData name="Zonghua Gu" userId="9a7e1853e1951ef5" providerId="LiveId" clId="{CF1FAA12-072C-4ED5-BA76-0FFFAEFDB88A}" dt="2025-11-01T23:20:23.850" v="104"/>
          <ac:spMkLst>
            <pc:docMk/>
            <pc:sldMk cId="1809958305" sldId="340"/>
            <ac:spMk id="6" creationId="{00000000-0000-0000-0000-000000000000}"/>
          </ac:spMkLst>
        </pc:spChg>
        <pc:spChg chg="mod">
          <ac:chgData name="Zonghua Gu" userId="9a7e1853e1951ef5" providerId="LiveId" clId="{CF1FAA12-072C-4ED5-BA76-0FFFAEFDB88A}" dt="2025-11-01T23:13:02.582" v="19" actId="20577"/>
          <ac:spMkLst>
            <pc:docMk/>
            <pc:sldMk cId="1809958305" sldId="340"/>
            <ac:spMk id="7" creationId="{00000000-0000-0000-0000-000000000000}"/>
          </ac:spMkLst>
        </pc:spChg>
        <pc:spChg chg="del mod">
          <ac:chgData name="Zonghua Gu" userId="9a7e1853e1951ef5" providerId="LiveId" clId="{CF1FAA12-072C-4ED5-BA76-0FFFAEFDB88A}" dt="2025-11-01T23:13:11.911" v="23"/>
          <ac:spMkLst>
            <pc:docMk/>
            <pc:sldMk cId="1809958305" sldId="340"/>
            <ac:spMk id="9" creationId="{00000000-0000-0000-0000-000000000000}"/>
          </ac:spMkLst>
        </pc:spChg>
      </pc:sldChg>
      <pc:sldChg chg="modSp">
        <pc:chgData name="Zonghua Gu" userId="9a7e1853e1951ef5" providerId="LiveId" clId="{CF1FAA12-072C-4ED5-BA76-0FFFAEFDB88A}" dt="2025-11-01T23:52:48.952" v="505" actId="20577"/>
        <pc:sldMkLst>
          <pc:docMk/>
          <pc:sldMk cId="1197208543" sldId="343"/>
        </pc:sldMkLst>
        <pc:spChg chg="mod">
          <ac:chgData name="Zonghua Gu" userId="9a7e1853e1951ef5" providerId="LiveId" clId="{CF1FAA12-072C-4ED5-BA76-0FFFAEFDB88A}" dt="2025-11-01T23:52:48.952" v="505" actId="20577"/>
          <ac:spMkLst>
            <pc:docMk/>
            <pc:sldMk cId="1197208543" sldId="343"/>
            <ac:spMk id="4" creationId="{00000000-0000-0000-0000-000000000000}"/>
          </ac:spMkLst>
        </pc:spChg>
      </pc:sldChg>
      <pc:sldChg chg="modSp mod">
        <pc:chgData name="Zonghua Gu" userId="9a7e1853e1951ef5" providerId="LiveId" clId="{CF1FAA12-072C-4ED5-BA76-0FFFAEFDB88A}" dt="2025-11-01T23:43:04.287" v="484" actId="207"/>
        <pc:sldMkLst>
          <pc:docMk/>
          <pc:sldMk cId="2237900729" sldId="346"/>
        </pc:sldMkLst>
        <pc:graphicFrameChg chg="modGraphic">
          <ac:chgData name="Zonghua Gu" userId="9a7e1853e1951ef5" providerId="LiveId" clId="{CF1FAA12-072C-4ED5-BA76-0FFFAEFDB88A}" dt="2025-11-01T23:43:04.287" v="484" actId="207"/>
          <ac:graphicFrameMkLst>
            <pc:docMk/>
            <pc:sldMk cId="2237900729" sldId="346"/>
            <ac:graphicFrameMk id="5"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11/1/2025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6783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119146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2806559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r0</a:t>
            </a: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r1</a:t>
            </a:r>
            <a:endParaRPr lang="en-US" dirty="0">
              <a:latin typeface="Consolas" panose="020B0609020204030204" pitchFamily="49" charset="0"/>
              <a:cs typeface="Consolas" panose="020B0609020204030204" pitchFamily="49" charset="0"/>
            </a:endParaRP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11/1/2025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11/1/2025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11/1/2025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11/1/2025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11/1/2025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11/1/2025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11/1/2025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11/1/2025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11/1/2025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11/1/2025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11/1/2025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Zonghua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572000" y="545069"/>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62800" y="1905000"/>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Flow Control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0E77B48-1E71-EDAA-84AC-D7527E6CB903}"/>
              </a:ext>
            </a:extLst>
          </p:cNvPr>
          <p:cNvSpPr txBox="1"/>
          <p:nvPr/>
        </p:nvSpPr>
        <p:spPr>
          <a:xfrm>
            <a:off x="2334738" y="6321031"/>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2"/>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Control Structures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09600" y="1280795"/>
            <a:ext cx="3886200" cy="4937760"/>
          </a:xfrm>
        </p:spPr>
        <p:txBody>
          <a:bodyPr/>
          <a:lstStyle/>
          <a:p>
            <a:r>
              <a:rPr lang="en-US" dirty="0"/>
              <a:t>Sequence Structure</a:t>
            </a:r>
          </a:p>
          <a:p>
            <a:pPr lvl="1"/>
            <a:r>
              <a:rPr lang="en-US" dirty="0"/>
              <a:t>Computer executes statements (instructions), one after another, in the order listed in the program</a:t>
            </a: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3800" y="1676401"/>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7292535" y="4397412"/>
            <a:ext cx="2209800" cy="369332"/>
          </a:xfrm>
          <a:prstGeom prst="rect">
            <a:avLst/>
          </a:prstGeom>
          <a:noFill/>
        </p:spPr>
        <p:txBody>
          <a:bodyPr wrap="square" rtlCol="0">
            <a:spAutoFit/>
          </a:bodyPr>
          <a:lstStyle/>
          <a:p>
            <a:pPr algn="ctr"/>
            <a:r>
              <a:rPr lang="en-US" dirty="0">
                <a:solidFill>
                  <a:srgbClr val="C00000"/>
                </a:solidFill>
              </a:rPr>
              <a:t>Sequence Structure</a:t>
            </a:r>
          </a:p>
        </p:txBody>
      </p:sp>
    </p:spTree>
    <p:extLst>
      <p:ext uri="{BB962C8B-B14F-4D97-AF65-F5344CB8AC3E}">
        <p14:creationId xmlns:p14="http://schemas.microsoft.com/office/powerpoint/2010/main" val="318342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3</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pPr>
              <a:lnSpc>
                <a:spcPct val="90000"/>
              </a:lnSpc>
            </a:pPr>
            <a:r>
              <a:rPr lang="en-US" altLang="zh-TW" sz="1800" b="1" dirty="0">
                <a:latin typeface="Courier New"/>
                <a:cs typeface="Courier New"/>
              </a:rPr>
              <a:t>Selection Structure</a:t>
            </a:r>
          </a:p>
          <a:p>
            <a:pPr lvl="1">
              <a:lnSpc>
                <a:spcPct val="90000"/>
              </a:lnSpc>
            </a:pPr>
            <a:r>
              <a:rPr lang="en-US" altLang="zh-TW" sz="18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800" b="1" dirty="0">
                <a:latin typeface="Courier New" pitchFamily="49" charset="0"/>
              </a:rPr>
              <a:t>while loop</a:t>
            </a:r>
          </a:p>
          <a:p>
            <a:pPr lvl="1">
              <a:lnSpc>
                <a:spcPct val="90000"/>
              </a:lnSpc>
            </a:pPr>
            <a:r>
              <a:rPr lang="en-US" altLang="zh-TW" sz="1800" b="1" dirty="0">
                <a:latin typeface="Courier New" pitchFamily="49" charset="0"/>
              </a:rPr>
              <a:t>for 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6796" y="2992747"/>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1491996" y="5790376"/>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117848" y="3104313"/>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8975036" y="2736431"/>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 (e.g.,  3 - 5)</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Tree>
    <p:extLst>
      <p:ext uri="{BB962C8B-B14F-4D97-AF65-F5344CB8AC3E}">
        <p14:creationId xmlns:p14="http://schemas.microsoft.com/office/powerpoint/2010/main" val="119720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r>
              <a:rPr lang="en-US" dirty="0"/>
              <a:t>Method </a:t>
            </a:r>
            <a:r>
              <a:rPr lang="en-US" dirty="0">
                <a:latin typeface="Consolas" panose="020B0609020204030204" pitchFamily="49" charset="0"/>
              </a:rPr>
              <a:t>1</a:t>
            </a:r>
            <a:r>
              <a:rPr lang="en-US" dirty="0"/>
              <a:t>:  append with “</a:t>
            </a:r>
            <a:r>
              <a:rPr lang="en-US" b="1" dirty="0">
                <a:solidFill>
                  <a:srgbClr val="FF0000"/>
                </a:solidFill>
                <a:latin typeface="Consolas" panose="020B0609020204030204" pitchFamily="49" charset="0"/>
              </a:rPr>
              <a:t>S</a:t>
            </a:r>
            <a:r>
              <a:rPr lang="en-US" dirty="0"/>
              <a:t>”</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marL="274320" lvl="1" indent="0">
              <a:buNone/>
            </a:pPr>
            <a:endParaRPr lang="en-US" dirty="0">
              <a:latin typeface="Consolas" panose="020B0609020204030204" pitchFamily="49" charset="0"/>
              <a:ea typeface="Arial Unicode MS" panose="020B0604020202020204" pitchFamily="34" charset="-128"/>
              <a:cs typeface="Arial Unicode MS" panose="020B0604020202020204" pitchFamily="34" charset="-128"/>
            </a:endParaRPr>
          </a:p>
          <a:p>
            <a:r>
              <a:rPr lang="en-US" dirty="0"/>
              <a:t>Method </a:t>
            </a:r>
            <a:r>
              <a:rPr lang="en-US" dirty="0">
                <a:latin typeface="Consolas" panose="020B0609020204030204" pitchFamily="49" charset="0"/>
              </a:rPr>
              <a:t>2</a:t>
            </a:r>
            <a:r>
              <a:rPr lang="en-US" dirty="0"/>
              <a:t>:  using compare instructions</a:t>
            </a:r>
          </a:p>
          <a:p>
            <a:endParaRPr lang="en-US" dirty="0">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514799231"/>
              </p:ext>
            </p:extLst>
          </p:nvPr>
        </p:nvGraphicFramePr>
        <p:xfrm>
          <a:off x="3851868" y="3673873"/>
          <a:ext cx="4488265"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05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752599" y="3399790"/>
            <a:ext cx="8534400" cy="2956560"/>
          </a:xfrm>
        </p:spPr>
        <p:txBody>
          <a:bodyPr>
            <a:normAutofit fontScale="92500" lnSpcReduction="10000"/>
          </a:bodyPr>
          <a:lstStyle/>
          <a:p>
            <a:pPr>
              <a:lnSpc>
                <a:spcPct val="90000"/>
              </a:lnSpc>
              <a:buFont typeface="Wingdings" pitchFamily="2" charset="2"/>
              <a:buChar char="Ø"/>
            </a:pPr>
            <a:r>
              <a:rPr lang="en-US" altLang="zh-TW" sz="1900" b="1" dirty="0">
                <a:solidFill>
                  <a:srgbClr val="C00000"/>
                </a:solidFill>
              </a:rPr>
              <a:t>Update the status flags</a:t>
            </a:r>
            <a:endParaRPr lang="en-US" altLang="zh-TW" sz="1900" b="1" i="1" dirty="0"/>
          </a:p>
          <a:p>
            <a:pPr marL="800100" lvl="1" indent="-342900">
              <a:lnSpc>
                <a:spcPct val="90000"/>
              </a:lnSpc>
              <a:buFont typeface="Arial" pitchFamily="34" charset="0"/>
              <a:buChar char="•"/>
            </a:pPr>
            <a:r>
              <a:rPr lang="en-US" altLang="zh-TW" sz="1600" dirty="0"/>
              <a:t>No need to add S bit.</a:t>
            </a:r>
          </a:p>
          <a:p>
            <a:pPr marL="800100" lvl="1" indent="-342900">
              <a:lnSpc>
                <a:spcPct val="90000"/>
              </a:lnSpc>
              <a:buFont typeface="Arial" pitchFamily="34" charset="0"/>
              <a:buChar char="•"/>
            </a:pPr>
            <a:r>
              <a:rPr lang="en-US" altLang="zh-TW" sz="1600" dirty="0"/>
              <a:t>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operand1 - operand2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operand1 + operand2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operand1 &amp; operand2</a:t>
            </a:r>
            <a:r>
              <a:rPr lang="en-US" altLang="zh-TW" sz="1600" dirty="0"/>
              <a:t>,  but result not written</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cs typeface="Consolas" panose="020B0609020204030204" pitchFamily="49" charset="0"/>
              </a:rPr>
              <a:t>operand1 ^ operand2</a:t>
            </a:r>
            <a:r>
              <a:rPr lang="en-US" altLang="zh-TW" sz="1600" dirty="0"/>
              <a:t>,  but result not written</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029720561"/>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Rn</a:t>
                      </a:r>
                      <a:r>
                        <a:rPr lang="en-US" sz="1800" dirty="0">
                          <a:effectLst/>
                          <a:latin typeface="Consolas" panose="020B0609020204030204" pitchFamily="49" charset="0"/>
                        </a:rPr>
                        <a:t>, Op2</a:t>
                      </a:r>
                      <a:endParaRPr lang="en-US" sz="1800" dirty="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CMP and CMN</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a:p>
        </p:txBody>
      </p:sp>
      <p:sp>
        <p:nvSpPr>
          <p:cNvPr id="4" name="Content Placeholder 3"/>
          <p:cNvSpPr>
            <a:spLocks noGrp="1"/>
          </p:cNvSpPr>
          <p:nvPr>
            <p:ph sz="quarter" idx="1"/>
          </p:nvPr>
        </p:nvSpPr>
        <p:spPr>
          <a:xfrm>
            <a:off x="1981200" y="1600200"/>
            <a:ext cx="8229600" cy="4556760"/>
          </a:xfrm>
        </p:spPr>
        <p:txBody>
          <a:bodyPr>
            <a:normAutofit/>
          </a:bodyPr>
          <a:lstStyle/>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p:txBody>
      </p:sp>
    </p:spTree>
    <p:extLst>
      <p:ext uri="{BB962C8B-B14F-4D97-AF65-F5344CB8AC3E}">
        <p14:creationId xmlns:p14="http://schemas.microsoft.com/office/powerpoint/2010/main" val="314658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819400" y="2286000"/>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RSB</a:t>
            </a:r>
            <a:r>
              <a:rPr lang="en-US" b="1" dirty="0" err="1">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a:t>
            </a:r>
            <a:r>
              <a:rPr lang="en-US" dirty="0" err="1">
                <a:solidFill>
                  <a:schemeClr val="bg1">
                    <a:lumMod val="50000"/>
                  </a:schemeClr>
                </a:solidFill>
                <a:latin typeface="Consolas" panose="020B0609020204030204" pitchFamily="49" charset="0"/>
                <a:cs typeface="Consolas" panose="020B0609020204030204" pitchFamily="49" charset="0"/>
              </a:rPr>
              <a:t>deadloop</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105400" y="1524000"/>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105400" y="1524000"/>
                <a:ext cx="2057400" cy="523220"/>
              </a:xfrm>
              <a:prstGeom prst="rect">
                <a:avLst/>
              </a:prstGeom>
              <a:blipFill>
                <a:blip r:embed="rId2"/>
                <a:stretch>
                  <a:fillRect b="-19048"/>
                </a:stretch>
              </a:blipFill>
            </p:spPr>
            <p:txBody>
              <a:bodyPr/>
              <a:lstStyle/>
              <a:p>
                <a:r>
                  <a:rPr lang="en-US">
                    <a:noFill/>
                  </a:rPr>
                  <a:t> </a:t>
                </a:r>
              </a:p>
            </p:txBody>
          </p:sp>
        </mc:Fallback>
      </mc:AlternateContent>
      <p:sp>
        <p:nvSpPr>
          <p:cNvPr id="7" name="Rectangle 6"/>
          <p:cNvSpPr/>
          <p:nvPr/>
        </p:nvSpPr>
        <p:spPr>
          <a:xfrm>
            <a:off x="2819401" y="5943600"/>
            <a:ext cx="2480615" cy="338554"/>
          </a:xfrm>
          <a:prstGeom prst="rect">
            <a:avLst/>
          </a:prstGeom>
        </p:spPr>
        <p:txBody>
          <a:bodyPr wrap="none">
            <a:spAutoFit/>
          </a:bodyPr>
          <a:lstStyle/>
          <a:p>
            <a:r>
              <a:rPr lang="en-US" sz="1600" i="1" dirty="0"/>
              <a:t>Note: RSB = Reverse </a:t>
            </a:r>
            <a:r>
              <a:rPr lang="en-US" sz="1600" i="1" dirty="0" err="1"/>
              <a:t>SuBtract</a:t>
            </a:r>
            <a:endParaRPr lang="en-US" sz="1600" i="1" dirty="0"/>
          </a:p>
        </p:txBody>
      </p:sp>
      <p:sp>
        <p:nvSpPr>
          <p:cNvPr id="4" name="TextBox 3">
            <a:extLst>
              <a:ext uri="{FF2B5EF4-FFF2-40B4-BE49-F238E27FC236}">
                <a16:creationId xmlns:a16="http://schemas.microsoft.com/office/drawing/2014/main" id="{54BB17C6-B669-1841-8CA4-0A66B23D05E5}"/>
              </a:ext>
            </a:extLst>
          </p:cNvPr>
          <p:cNvSpPr txBox="1"/>
          <p:nvPr/>
        </p:nvSpPr>
        <p:spPr>
          <a:xfrm>
            <a:off x="9448800" y="3670994"/>
            <a:ext cx="1905000" cy="646331"/>
          </a:xfrm>
          <a:prstGeom prst="rect">
            <a:avLst/>
          </a:prstGeom>
          <a:noFill/>
        </p:spPr>
        <p:txBody>
          <a:bodyPr wrap="square" rtlCol="0">
            <a:spAutoFit/>
          </a:bodyPr>
          <a:lstStyle/>
          <a:p>
            <a:r>
              <a:rPr lang="en-US" dirty="0"/>
              <a:t>Assume register </a:t>
            </a:r>
            <a:r>
              <a:rPr lang="en-US" dirty="0">
                <a:latin typeface="Consolas" panose="020B0609020204030204" pitchFamily="49" charset="0"/>
                <a:cs typeface="Consolas" panose="020B0609020204030204" pitchFamily="49" charset="0"/>
              </a:rPr>
              <a:t>r1</a:t>
            </a:r>
            <a:r>
              <a:rPr lang="en-US" dirty="0"/>
              <a:t> holds </a:t>
            </a:r>
            <a:r>
              <a:rPr lang="en-US" dirty="0">
                <a:latin typeface="Consolas" panose="020B0609020204030204" pitchFamily="49" charset="0"/>
                <a:cs typeface="Consolas" panose="020B0609020204030204" pitchFamily="49" charset="0"/>
              </a:rPr>
              <a:t>x</a:t>
            </a:r>
            <a:r>
              <a:rPr lang="en-US" dirty="0"/>
              <a:t>’s value.</a:t>
            </a:r>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Updating Condition Flags: 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sp>
        <p:nvSpPr>
          <p:cNvPr id="4" name="Content Placeholder 3"/>
          <p:cNvSpPr>
            <a:spLocks noGrp="1"/>
          </p:cNvSpPr>
          <p:nvPr>
            <p:ph sz="quarter" idx="1"/>
          </p:nvPr>
        </p:nvSpPr>
        <p:spPr>
          <a:xfrm>
            <a:off x="685800" y="1387074"/>
            <a:ext cx="12344400" cy="4709160"/>
          </a:xfrm>
        </p:spPr>
        <p:txBody>
          <a:bodyPr>
            <a:normAutofit/>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Operand2 </a:t>
            </a:r>
          </a:p>
          <a:p>
            <a:r>
              <a:rPr lang="en-US" sz="2000" dirty="0"/>
              <a:t>Do not affect V</a:t>
            </a:r>
          </a:p>
          <a:p>
            <a:r>
              <a:rPr lang="en-US" sz="2000" dirty="0"/>
              <a:t>TST performs  </a:t>
            </a:r>
            <a:r>
              <a:rPr lang="en-US" sz="2000" dirty="0">
                <a:solidFill>
                  <a:srgbClr val="FF0000"/>
                </a:solidFill>
              </a:rPr>
              <a:t>bitwise AND </a:t>
            </a:r>
            <a:r>
              <a:rPr lang="en-US" sz="2000" dirty="0"/>
              <a:t>on Rn and Operand2. </a:t>
            </a:r>
          </a:p>
          <a:p>
            <a:pPr lvl="1"/>
            <a:r>
              <a:rPr lang="en-US" sz="1800" dirty="0"/>
              <a:t>Same as </a:t>
            </a:r>
            <a:r>
              <a:rPr lang="en-US" sz="1800" dirty="0">
                <a:latin typeface="Consolas" panose="020B0609020204030204" pitchFamily="49" charset="0"/>
              </a:rPr>
              <a:t>ANDS</a:t>
            </a:r>
            <a:r>
              <a:rPr lang="en-US" sz="1800" dirty="0"/>
              <a:t>, except result is discarded.</a:t>
            </a:r>
          </a:p>
          <a:p>
            <a:r>
              <a:rPr lang="en-US" sz="2000" dirty="0"/>
              <a:t>TEQ performs </a:t>
            </a:r>
            <a:r>
              <a:rPr lang="en-US" sz="2000" dirty="0">
                <a:solidFill>
                  <a:srgbClr val="FF0000"/>
                </a:solidFill>
              </a:rPr>
              <a:t>bitwise Exclusive OR </a:t>
            </a:r>
            <a:r>
              <a:rPr lang="en-US" sz="2000" dirty="0"/>
              <a:t>on Rn and Operand2.</a:t>
            </a:r>
          </a:p>
          <a:p>
            <a:pPr lvl="1"/>
            <a:r>
              <a:rPr lang="en-US" sz="1800" dirty="0"/>
              <a:t>Same as </a:t>
            </a:r>
            <a:r>
              <a:rPr lang="en-US" sz="1800" dirty="0">
                <a:latin typeface="Consolas" panose="020B0609020204030204" pitchFamily="49" charset="0"/>
              </a:rPr>
              <a:t>EORS</a:t>
            </a:r>
            <a:r>
              <a:rPr lang="en-US" sz="1800" dirty="0"/>
              <a:t>, except result is discarded.</a:t>
            </a:r>
          </a:p>
        </p:txBody>
      </p:sp>
    </p:spTree>
    <p:extLst>
      <p:ext uri="{BB962C8B-B14F-4D97-AF65-F5344CB8AC3E}">
        <p14:creationId xmlns:p14="http://schemas.microsoft.com/office/powerpoint/2010/main" val="385641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2406667574"/>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a:xfrm>
            <a:off x="2136648" y="4253396"/>
            <a:ext cx="8229600" cy="1280160"/>
          </a:xfrm>
        </p:spPr>
        <p:txBody>
          <a:bodyPr>
            <a:normAutofit fontScale="77500" lnSpcReduction="20000"/>
          </a:bodyPr>
          <a:lstStyle/>
          <a:p>
            <a:r>
              <a:rPr lang="en-US" dirty="0"/>
              <a:t>A </a:t>
            </a:r>
            <a:r>
              <a:rPr lang="en-US" dirty="0">
                <a:solidFill>
                  <a:srgbClr val="FF0000"/>
                </a:solidFill>
              </a:rPr>
              <a:t>label</a:t>
            </a:r>
            <a:r>
              <a:rPr lang="en-US" dirty="0"/>
              <a:t> marks the location of an instruction</a:t>
            </a:r>
          </a:p>
          <a:p>
            <a:r>
              <a:rPr lang="en-US" dirty="0"/>
              <a:t>Labels helps human to read the code</a:t>
            </a:r>
          </a:p>
          <a:p>
            <a:r>
              <a:rPr lang="en-US" dirty="0"/>
              <a:t>In machine program, labels are converted to numeric offsets by assembler </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2" name="Rectangle 5"/>
          <p:cNvSpPr>
            <a:spLocks noChangeArrowheads="1"/>
          </p:cNvSpPr>
          <p:nvPr/>
        </p:nvSpPr>
        <p:spPr bwMode="auto">
          <a:xfrm>
            <a:off x="4220971" y="2047205"/>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1" y="2312318"/>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1" y="2577430"/>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1" y="2842543"/>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1" y="1782093"/>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1" y="3372768"/>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1" y="3637880"/>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1" y="3902993"/>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1" y="4168105"/>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1" y="3107655"/>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1" y="4698330"/>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1" y="4963443"/>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1" y="5228555"/>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1" y="5493668"/>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1" y="4433218"/>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4" y="178209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4" y="204720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4" y="231231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4" y="257743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4" y="310765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4" y="337276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4" y="390299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4" y="416810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4" y="443321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4" y="469833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4" y="496344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4" y="5228555"/>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4" y="5493668"/>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4" y="2842543"/>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4" y="3637880"/>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4" y="1516980"/>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1" y="1516980"/>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12</a:t>
            </a:fld>
            <a:endParaRPr lang="en-US"/>
          </a:p>
        </p:txBody>
      </p:sp>
      <p:sp>
        <p:nvSpPr>
          <p:cNvPr id="2" name="Rectangle 1"/>
          <p:cNvSpPr/>
          <p:nvPr/>
        </p:nvSpPr>
        <p:spPr>
          <a:xfrm>
            <a:off x="2947974" y="5788224"/>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255096152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13</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extLst>
              <p:ext uri="{D42A27DB-BD31-4B8C-83A1-F6EECF244321}">
                <p14:modId xmlns:p14="http://schemas.microsoft.com/office/powerpoint/2010/main" val="217241857"/>
              </p:ext>
            </p:extLst>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extLst>
              <p:ext uri="{D42A27DB-BD31-4B8C-83A1-F6EECF244321}">
                <p14:modId xmlns:p14="http://schemas.microsoft.com/office/powerpoint/2010/main" val="1554878028"/>
              </p:ext>
            </p:extLst>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96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14</a:t>
            </a:fld>
            <a:endParaRPr kumimoji="0" lang="en-US" dirty="0"/>
          </a:p>
        </p:txBody>
      </p:sp>
      <p:graphicFrame>
        <p:nvGraphicFramePr>
          <p:cNvPr id="5" name="Table 4"/>
          <p:cNvGraphicFramePr>
            <a:graphicFrameLocks noGrp="1"/>
          </p:cNvGraphicFramePr>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307188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grpSp>
        <p:nvGrpSpPr>
          <p:cNvPr id="14340" name="Group 4"/>
          <p:cNvGrpSpPr>
            <a:grpSpLocks/>
          </p:cNvGrpSpPr>
          <p:nvPr/>
        </p:nvGrpSpPr>
        <p:grpSpPr bwMode="auto">
          <a:xfrm>
            <a:off x="2947974" y="1516980"/>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endParaRPr lang="en-US" dirty="0">
                <a:latin typeface="Arial" pitchFamily="34" charset="0"/>
              </a:endParaRP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Arial" pitchFamily="34" charset="0"/>
              </a:endParaRPr>
            </a:p>
          </p:txBody>
        </p:sp>
      </p:grpSp>
      <p:sp>
        <p:nvSpPr>
          <p:cNvPr id="54" name="Slide Number Placeholder 53"/>
          <p:cNvSpPr>
            <a:spLocks noGrp="1"/>
          </p:cNvSpPr>
          <p:nvPr>
            <p:ph type="sldNum" sz="quarter" idx="12"/>
          </p:nvPr>
        </p:nvSpPr>
        <p:spPr/>
        <p:txBody>
          <a:bodyPr/>
          <a:lstStyle/>
          <a:p>
            <a:fld id="{AEE14D4A-FE32-40AF-B06D-E9622816B101}" type="slidenum">
              <a:rPr lang="en-US" smtClean="0"/>
              <a:pPr/>
              <a:t>15</a:t>
            </a:fld>
            <a:endParaRPr lang="en-US"/>
          </a:p>
        </p:txBody>
      </p:sp>
      <p:sp>
        <p:nvSpPr>
          <p:cNvPr id="2" name="Rectangle 1"/>
          <p:cNvSpPr/>
          <p:nvPr/>
        </p:nvSpPr>
        <p:spPr>
          <a:xfrm>
            <a:off x="2947974" y="5788224"/>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335886691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16</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1977878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3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3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38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38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4" grpId="0" animBg="1"/>
      <p:bldP spid="14375" grpId="0" animBg="1"/>
      <p:bldP spid="14376" grpId="0" animBg="1"/>
      <p:bldP spid="14379" grpId="0" animBg="1"/>
      <p:bldP spid="14380" grpId="0" animBg="1"/>
      <p:bldP spid="14381" grpId="0" animBg="1"/>
      <p:bldP spid="14382" grpId="0" animBg="1"/>
      <p:bldP spid="14383" grpId="0" animBg="1"/>
      <p:bldP spid="14384" grpId="0" animBg="1"/>
      <p:bldP spid="14385" grpId="0" animBg="1"/>
      <p:bldP spid="14386" grpId="0" animBg="1"/>
      <p:bldP spid="14387" grpId="0" animBg="1"/>
      <p:bldP spid="14388" grpId="0" animBg="1"/>
      <p:bldP spid="1438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2067858"/>
              </p:ext>
            </p:extLst>
          </p:nvPr>
        </p:nvGraphicFramePr>
        <p:xfrm>
          <a:off x="1676401" y="1865532"/>
          <a:ext cx="8763002" cy="3651349"/>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No</a:t>
                      </a:r>
                      <a:r>
                        <a:rPr lang="en-US" baseline="0" dirty="0"/>
                        <a:t> overflow, implying the result is correct. </a:t>
                      </a:r>
                    </a:p>
                    <a:p>
                      <a:pPr marL="285750" indent="-285750">
                        <a:buFont typeface="Arial" pitchFamily="34" charset="0"/>
                        <a:buChar char="•"/>
                      </a:pPr>
                      <a:r>
                        <a:rPr lang="en-US" baseline="0" dirty="0"/>
                        <a:t>The result is non-negative, </a:t>
                      </a:r>
                    </a:p>
                    <a:p>
                      <a:pPr marL="285750" indent="-285750">
                        <a:buFont typeface="Arial" pitchFamily="34" charset="0"/>
                        <a:buChar char="•"/>
                      </a:pPr>
                      <a:r>
                        <a:rPr lang="en-US" baseline="0" dirty="0"/>
                        <a:t>Thus </a:t>
                      </a:r>
                      <a:r>
                        <a:rPr lang="en-US" baseline="0" dirty="0">
                          <a:latin typeface="Consolas" panose="020B0609020204030204" pitchFamily="49" charset="0"/>
                        </a:rPr>
                        <a:t>r0 – r1 ≥ 0</a:t>
                      </a:r>
                      <a:r>
                        <a:rPr lang="en-US" baseline="0" dirty="0"/>
                        <a:t>,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No overflow, implying the result is correct.</a:t>
                      </a:r>
                    </a:p>
                    <a:p>
                      <a:pPr marL="285750" indent="-285750">
                        <a:buFont typeface="Arial" pitchFamily="34" charset="0"/>
                        <a:buChar char="•"/>
                      </a:pPr>
                      <a:r>
                        <a:rPr lang="en-US" dirty="0"/>
                        <a:t>The</a:t>
                      </a:r>
                      <a:r>
                        <a:rPr lang="en-US" baseline="0" dirty="0"/>
                        <a:t> result is</a:t>
                      </a:r>
                      <a:r>
                        <a:rPr lang="en-US" dirty="0"/>
                        <a:t> negative</a:t>
                      </a:r>
                      <a:r>
                        <a:rPr lang="en-US" baseline="0" dirty="0"/>
                        <a:t>.</a:t>
                      </a:r>
                    </a:p>
                    <a:p>
                      <a:pPr marL="285750" indent="-285750">
                        <a:buFont typeface="Arial" pitchFamily="34" charset="0"/>
                        <a:buChar char="•"/>
                      </a:pPr>
                      <a:r>
                        <a:rPr lang="en-US" baseline="0" dirty="0"/>
                        <a:t>Thus </a:t>
                      </a:r>
                      <a:r>
                        <a:rPr lang="en-US" baseline="0" dirty="0">
                          <a:latin typeface="Consolas" panose="020B0609020204030204" pitchFamily="49" charset="0"/>
                        </a:rPr>
                        <a:t>r0 – r1 &lt; 0</a:t>
                      </a:r>
                      <a:r>
                        <a:rPr lang="en-US" baseline="0" dirty="0"/>
                        <a:t>,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non-negative and in fact it should be 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&lt; 0 </a:t>
                      </a:r>
                      <a:r>
                        <a:rPr lang="en-US" baseline="0" dirty="0"/>
                        <a:t>in reality,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negative and in fact it should be non-negative.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 0 </a:t>
                      </a:r>
                      <a:r>
                        <a:rPr lang="en-US" baseline="0" dirty="0"/>
                        <a:t>in reality.,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3524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211735855"/>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51571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421143121"/>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548132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20</a:t>
            </a:fld>
            <a:endParaRPr kumimoji="0" lang="en-US" dirty="0"/>
          </a:p>
        </p:txBody>
      </p:sp>
      <p:sp>
        <p:nvSpPr>
          <p:cNvPr id="4" name="TextBox 3"/>
          <p:cNvSpPr txBox="1"/>
          <p:nvPr/>
        </p:nvSpPr>
        <p:spPr>
          <a:xfrm>
            <a:off x="457200" y="1524000"/>
            <a:ext cx="5266413" cy="4093428"/>
          </a:xfrm>
          <a:prstGeom prst="rect">
            <a:avLst/>
          </a:prstGeom>
          <a:noFill/>
        </p:spPr>
        <p:txBody>
          <a:bodyPr wrap="square" rtlCol="0">
            <a:spAutoFit/>
          </a:bodyPr>
          <a:lstStyle/>
          <a:p>
            <a:r>
              <a:rPr lang="en-US" sz="2000" dirty="0"/>
              <a:t>If they represent signed numbers, the latter is greater (1 &gt; -1).</a:t>
            </a:r>
          </a:p>
          <a:p>
            <a:r>
              <a:rPr lang="en-US" sz="2000" dirty="0"/>
              <a:t>If they represent unsigned numbers, the former is greater. (4294967295 &gt; 1).</a:t>
            </a:r>
          </a:p>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a:p>
            <a:pPr marL="742950" lvl="1" indent="-285750">
              <a:buFont typeface="Arial" pitchFamily="34" charset="0"/>
              <a:buChar char="•"/>
            </a:pPr>
            <a:r>
              <a:rPr lang="en-US" sz="2000" b="1" dirty="0"/>
              <a:t>BLE</a:t>
            </a:r>
            <a:r>
              <a:rPr lang="en-US" sz="2000" dirty="0"/>
              <a:t>: Branch if less than or equal, signed ≤</a:t>
            </a:r>
          </a:p>
          <a:p>
            <a:pPr marL="742950" lvl="1" indent="-285750">
              <a:buFont typeface="Arial" pitchFamily="34" charset="0"/>
              <a:buChar char="•"/>
            </a:pPr>
            <a:r>
              <a:rPr lang="en-US" sz="2000" b="1" dirty="0"/>
              <a:t>BLS</a:t>
            </a:r>
            <a:r>
              <a:rPr lang="en-US" sz="2000" dirty="0"/>
              <a:t>: Branch if lower or same, unsigned ≤</a:t>
            </a:r>
          </a:p>
          <a:p>
            <a:pPr marL="285750" indent="-285750">
              <a:buFont typeface="Arial" pitchFamily="34" charset="0"/>
              <a:buChar char="•"/>
            </a:pPr>
            <a:endParaRPr lang="en-US" sz="2000" dirty="0"/>
          </a:p>
        </p:txBody>
      </p:sp>
      <p:graphicFrame>
        <p:nvGraphicFramePr>
          <p:cNvPr id="5" name="Table 4">
            <a:extLst>
              <a:ext uri="{FF2B5EF4-FFF2-40B4-BE49-F238E27FC236}">
                <a16:creationId xmlns:a16="http://schemas.microsoft.com/office/drawing/2014/main" id="{694E9244-6DC9-38E8-2320-89C63C997B6B}"/>
              </a:ext>
            </a:extLst>
          </p:cNvPr>
          <p:cNvGraphicFramePr>
            <a:graphicFrameLocks noGrp="1"/>
          </p:cNvGraphicFramePr>
          <p:nvPr>
            <p:extLst>
              <p:ext uri="{D42A27DB-BD31-4B8C-83A1-F6EECF244321}">
                <p14:modId xmlns:p14="http://schemas.microsoft.com/office/powerpoint/2010/main" val="825830482"/>
              </p:ext>
            </p:extLst>
          </p:nvPr>
        </p:nvGraphicFramePr>
        <p:xfrm>
          <a:off x="5943600" y="1524000"/>
          <a:ext cx="5427907" cy="4119880"/>
        </p:xfrm>
        <a:graphic>
          <a:graphicData uri="http://schemas.openxmlformats.org/drawingml/2006/table">
            <a:tbl>
              <a:tblPr firstRow="1" bandRow="1">
                <a:tableStyleId>{5940675A-B579-460E-94D1-54222C63F5DA}</a:tableStyleId>
              </a:tblPr>
              <a:tblGrid>
                <a:gridCol w="2667000">
                  <a:extLst>
                    <a:ext uri="{9D8B030D-6E8A-4147-A177-3AD203B41FA5}">
                      <a16:colId xmlns:a16="http://schemas.microsoft.com/office/drawing/2014/main" val="599096592"/>
                    </a:ext>
                  </a:extLst>
                </a:gridCol>
                <a:gridCol w="2760907">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r>
                        <a:rPr lang="en-US" sz="1800" b="1" dirty="0">
                          <a:solidFill>
                            <a:srgbClr val="C00000"/>
                          </a:solidFill>
                          <a:latin typeface="Consolas" panose="020B0609020204030204" pitchFamily="49" charset="0"/>
                          <a:cs typeface="Consolas" panose="020B0609020204030204" pitchFamily="49" charset="0"/>
                        </a:rPr>
                        <a:t>signed</a:t>
                      </a:r>
                      <a:r>
                        <a:rPr lang="en-US" sz="1800" dirty="0">
                          <a:solidFill>
                            <a:schemeClr val="tx1"/>
                          </a:solidFill>
                          <a:latin typeface="Consolas" panose="020B0609020204030204" pitchFamily="49" charset="0"/>
                          <a:cs typeface="Consolas" panose="020B0609020204030204" pitchFamily="49" charset="0"/>
                        </a:rPr>
                        <a:t> int x, y; </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//or int_32_t x, y;</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p>
                  </a:txBody>
                  <a:tcPr/>
                </a:tc>
                <a:tc>
                  <a:txBody>
                    <a:bodyPr/>
                    <a:lstStyle/>
                    <a:p>
                      <a:r>
                        <a:rPr lang="en-US" sz="1800" dirty="0">
                          <a:solidFill>
                            <a:schemeClr val="tx1"/>
                          </a:solidFill>
                          <a:latin typeface="Consolas" panose="020B0609020204030204" pitchFamily="49" charset="0"/>
                          <a:cs typeface="Consolas" panose="020B0609020204030204" pitchFamily="49" charset="0"/>
                          <a:sym typeface="Monotype Sorts" pitchFamily="2" charset="2"/>
                        </a:rPr>
                        <a:t>MOVS r5, #0xFFFFFFFF</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dirty="0">
                          <a:solidFill>
                            <a:schemeClr val="tx1"/>
                          </a:solidFill>
                          <a:latin typeface="Consolas" panose="020B0609020204030204" pitchFamily="49" charset="0"/>
                          <a:cs typeface="Consolas" panose="020B0609020204030204" pitchFamily="49" charset="0"/>
                          <a:sym typeface="Monotype Sorts" pitchFamily="2" charset="2"/>
                        </a:rPr>
                        <a:t>MOVS r6, #0x00000001</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CMP  r5, r6</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r>
                        <a:rPr lang="en-US" sz="18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18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563853537"/>
                  </a:ext>
                </a:extLst>
              </a:tr>
              <a:tr h="1111517">
                <a:tc>
                  <a:txBody>
                    <a:bodyPr/>
                    <a:lstStyle/>
                    <a:p>
                      <a:r>
                        <a:rPr lang="en-US" sz="1800" b="1" dirty="0">
                          <a:solidFill>
                            <a:srgbClr val="C00000"/>
                          </a:solidFill>
                          <a:latin typeface="Consolas" panose="020B0609020204030204" pitchFamily="49" charset="0"/>
                          <a:cs typeface="Consolas" panose="020B0609020204030204" pitchFamily="49" charset="0"/>
                        </a:rPr>
                        <a:t>unsigned</a:t>
                      </a:r>
                      <a:r>
                        <a:rPr lang="en-US" sz="1800" dirty="0">
                          <a:solidFill>
                            <a:schemeClr val="tx1"/>
                          </a:solidFill>
                          <a:latin typeface="Consolas" panose="020B0609020204030204" pitchFamily="49" charset="0"/>
                          <a:cs typeface="Consolas" panose="020B0609020204030204" pitchFamily="49" charset="0"/>
                        </a:rPr>
                        <a:t> int x, y;</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//or uint_32_t x, y;</a:t>
                      </a:r>
                      <a:endParaRPr lang="en-US" sz="1800" dirty="0">
                        <a:solidFill>
                          <a:schemeClr val="tx1"/>
                        </a:solidFill>
                        <a:latin typeface="Consolas" panose="020B0609020204030204" pitchFamily="49" charset="0"/>
                        <a:cs typeface="Consolas" panose="020B0609020204030204" pitchFamily="49" charset="0"/>
                      </a:endParaRP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endParaRPr lang="en-US" dirty="0"/>
                    </a:p>
                  </a:txBody>
                  <a:tcPr/>
                </a:tc>
                <a:tc>
                  <a:txBody>
                    <a:bodyPr/>
                    <a:lstStyle/>
                    <a:p>
                      <a:r>
                        <a:rPr lang="en-US" sz="1800" dirty="0">
                          <a:solidFill>
                            <a:schemeClr val="tx1"/>
                          </a:solidFill>
                          <a:latin typeface="Consolas" panose="020B0609020204030204" pitchFamily="49" charset="0"/>
                          <a:cs typeface="Consolas" panose="020B0609020204030204" pitchFamily="49" charset="0"/>
                          <a:sym typeface="Monotype Sorts" pitchFamily="2" charset="2"/>
                        </a:rPr>
                        <a:t>MOVS r5, #0xFFFFFFFF</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dirty="0">
                          <a:solidFill>
                            <a:schemeClr val="tx1"/>
                          </a:solidFill>
                          <a:latin typeface="Consolas" panose="020B0609020204030204" pitchFamily="49" charset="0"/>
                          <a:cs typeface="Consolas" panose="020B0609020204030204" pitchFamily="49" charset="0"/>
                          <a:sym typeface="Monotype Sorts" pitchFamily="2" charset="2"/>
                        </a:rPr>
                        <a:t>MOVS r6, #0x00000001</a:t>
                      </a: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CMP  r5, r6</a:t>
                      </a:r>
                      <a:br>
                        <a:rPr lang="en-US" sz="1800" dirty="0">
                          <a:solidFill>
                            <a:schemeClr val="tx1"/>
                          </a:solidFill>
                          <a:latin typeface="Consolas" panose="020B0609020204030204" pitchFamily="49" charset="0"/>
                          <a:cs typeface="Consolas" panose="020B0609020204030204" pitchFamily="49" charset="0"/>
                          <a:sym typeface="Monotype Sorts" pitchFamily="2" charset="2"/>
                        </a:rPr>
                      </a:br>
                      <a:r>
                        <a:rPr lang="en-US" sz="18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r>
                        <a:rPr lang="en-US" sz="18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18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1800" dirty="0">
                          <a:solidFill>
                            <a:schemeClr val="tx1"/>
                          </a:solidFill>
                          <a:latin typeface="Consolas" panose="020B0609020204030204" pitchFamily="49" charset="0"/>
                          <a:cs typeface="Consolas" panose="020B0609020204030204" pitchFamily="49" charset="0"/>
                          <a:sym typeface="Monotype Sorts" pitchFamily="2" charset="2"/>
                        </a:rPr>
                        <a:t>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bl>
          </a:graphicData>
        </a:graphic>
      </p:graphicFrame>
    </p:spTree>
    <p:extLst>
      <p:ext uri="{BB962C8B-B14F-4D97-AF65-F5344CB8AC3E}">
        <p14:creationId xmlns:p14="http://schemas.microsoft.com/office/powerpoint/2010/main" val="212164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4" name="Table 3">
            <a:extLst>
              <a:ext uri="{FF2B5EF4-FFF2-40B4-BE49-F238E27FC236}">
                <a16:creationId xmlns:a16="http://schemas.microsoft.com/office/drawing/2014/main" id="{D02B4FEA-7678-882C-63DC-63E5E9BDB6A9}"/>
              </a:ext>
            </a:extLst>
          </p:cNvPr>
          <p:cNvGraphicFramePr>
            <a:graphicFrameLocks noGrp="1"/>
          </p:cNvGraphicFramePr>
          <p:nvPr>
            <p:extLst>
              <p:ext uri="{D42A27DB-BD31-4B8C-83A1-F6EECF244321}">
                <p14:modId xmlns:p14="http://schemas.microsoft.com/office/powerpoint/2010/main" val="4267937133"/>
              </p:ext>
            </p:extLst>
          </p:nvPr>
        </p:nvGraphicFramePr>
        <p:xfrm>
          <a:off x="522514" y="1413510"/>
          <a:ext cx="11049000" cy="2931160"/>
        </p:xfrm>
        <a:graphic>
          <a:graphicData uri="http://schemas.openxmlformats.org/drawingml/2006/table">
            <a:tbl>
              <a:tblPr firstRow="1" bandRow="1">
                <a:tableStyleId>{5940675A-B579-460E-94D1-54222C63F5DA}</a:tableStyleId>
              </a:tblPr>
              <a:tblGrid>
                <a:gridCol w="3598528">
                  <a:extLst>
                    <a:ext uri="{9D8B030D-6E8A-4147-A177-3AD203B41FA5}">
                      <a16:colId xmlns:a16="http://schemas.microsoft.com/office/drawing/2014/main" val="599096592"/>
                    </a:ext>
                  </a:extLst>
                </a:gridCol>
                <a:gridCol w="3725236">
                  <a:extLst>
                    <a:ext uri="{9D8B030D-6E8A-4147-A177-3AD203B41FA5}">
                      <a16:colId xmlns:a16="http://schemas.microsoft.com/office/drawing/2014/main" val="4109736747"/>
                    </a:ext>
                  </a:extLst>
                </a:gridCol>
                <a:gridCol w="3725236">
                  <a:extLst>
                    <a:ext uri="{9D8B030D-6E8A-4147-A177-3AD203B41FA5}">
                      <a16:colId xmlns:a16="http://schemas.microsoft.com/office/drawing/2014/main" val="366222582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tc>
                  <a:txBody>
                    <a:bodyPr/>
                    <a:lstStyle/>
                    <a:p>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algn="just">
                        <a:spcBef>
                          <a:spcPts val="0"/>
                        </a:spcBef>
                        <a:spcAft>
                          <a:spcPts val="0"/>
                        </a:spcAft>
                      </a:pPr>
                      <a:r>
                        <a:rPr lang="en-US" sz="1800" dirty="0">
                          <a:solidFill>
                            <a:schemeClr val="bg1">
                              <a:lumMod val="65000"/>
                            </a:schemeClr>
                          </a:solidFill>
                          <a:effectLst/>
                          <a:latin typeface="Consolas" panose="020B0609020204030204" pitchFamily="49" charset="0"/>
                          <a:cs typeface="Consolas" panose="020B0609020204030204" pitchFamily="49" charset="0"/>
                        </a:rPr>
                        <a:t>// </a:t>
                      </a:r>
                      <a:r>
                        <a:rPr lang="fr-FR" sz="1800" dirty="0">
                          <a:solidFill>
                            <a:schemeClr val="bg1">
                              <a:lumMod val="65000"/>
                            </a:schemeClr>
                          </a:solidFill>
                          <a:effectLst/>
                          <a:latin typeface="Consolas" panose="020B0609020204030204" pitchFamily="49" charset="0"/>
                          <a:cs typeface="Consolas" panose="020B0609020204030204" pitchFamily="49" charset="0"/>
                        </a:rPr>
                        <a:t>int_32_t a;</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 (a &lt; 0 ) {</a:t>
                      </a:r>
                      <a:endParaRPr lang="en-US" sz="24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 = – a;</a:t>
                      </a:r>
                      <a:endParaRPr lang="en-US" sz="24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24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x = x + 1;</a:t>
                      </a:r>
                      <a:endParaRPr lang="en-US" sz="2400" dirty="0">
                        <a:effectLst/>
                        <a:latin typeface="Consolas" panose="020B0609020204030204" pitchFamily="49" charset="0"/>
                        <a:ea typeface="宋体"/>
                        <a:cs typeface="Consolas" panose="020B0609020204030204" pitchFamily="49" charset="0"/>
                      </a:endParaRPr>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x</a:t>
                      </a:r>
                    </a:p>
                    <a:p>
                      <a:r>
                        <a:rPr lang="en-US" dirty="0">
                          <a:latin typeface="Consolas" panose="020B0609020204030204" pitchFamily="49" charset="0"/>
                          <a:cs typeface="Consolas" panose="020B0609020204030204" pitchFamily="49" charset="0"/>
                        </a:rPr>
                        <a:t>CMP r1, #0         </a:t>
                      </a:r>
                      <a:r>
                        <a:rPr lang="en-US" dirty="0">
                          <a:solidFill>
                            <a:schemeClr val="bg1">
                              <a:lumMod val="65000"/>
                            </a:schemeClr>
                          </a:solidFill>
                          <a:latin typeface="Consolas" panose="020B0609020204030204" pitchFamily="49" charset="0"/>
                          <a:cs typeface="Consolas" panose="020B0609020204030204" pitchFamily="49" charset="0"/>
                        </a:rPr>
                        <a:t>; Compare a with 0</a:t>
                      </a:r>
                    </a:p>
                    <a:p>
                      <a:r>
                        <a:rPr lang="en-US" b="1" dirty="0">
                          <a:solidFill>
                            <a:srgbClr val="C00000"/>
                          </a:solidFill>
                          <a:latin typeface="Consolas" panose="020B0609020204030204" pitchFamily="49" charset="0"/>
                          <a:cs typeface="Consolas" panose="020B0609020204030204" pitchFamily="49" charset="0"/>
                        </a:rPr>
                        <a:t>BGE</a:t>
                      </a:r>
                      <a:r>
                        <a:rPr lang="en-US" dirty="0">
                          <a:solidFill>
                            <a:srgbClr val="C00000"/>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endif          </a:t>
                      </a:r>
                      <a:r>
                        <a:rPr lang="en-US" dirty="0">
                          <a:solidFill>
                            <a:schemeClr val="bg1">
                              <a:lumMod val="65000"/>
                            </a:schemeClr>
                          </a:solidFill>
                          <a:latin typeface="Consolas" panose="020B0609020204030204" pitchFamily="49" charset="0"/>
                          <a:cs typeface="Consolas" panose="020B0609020204030204" pitchFamily="49" charset="0"/>
                        </a:rPr>
                        <a:t>; Go to endif if a ≥ 0</a:t>
                      </a:r>
                    </a:p>
                    <a:p>
                      <a:r>
                        <a:rPr lang="en-US" dirty="0">
                          <a:latin typeface="Consolas" panose="020B0609020204030204" pitchFamily="49" charset="0"/>
                          <a:cs typeface="Consolas" panose="020B0609020204030204" pitchFamily="49" charset="0"/>
                        </a:rPr>
                        <a:t>then RSB r1, r1, #0     </a:t>
                      </a:r>
                      <a:r>
                        <a:rPr lang="en-US" dirty="0">
                          <a:solidFill>
                            <a:schemeClr val="bg1">
                              <a:lumMod val="65000"/>
                            </a:schemeClr>
                          </a:solidFill>
                          <a:latin typeface="Consolas" panose="020B0609020204030204" pitchFamily="49" charset="0"/>
                          <a:cs typeface="Consolas" panose="020B0609020204030204" pitchFamily="49" charset="0"/>
                        </a:rPr>
                        <a:t>; a = - a</a:t>
                      </a:r>
                    </a:p>
                    <a:p>
                      <a:r>
                        <a:rPr lang="en-US" dirty="0">
                          <a:latin typeface="Consolas" panose="020B0609020204030204" pitchFamily="49" charset="0"/>
                          <a:cs typeface="Consolas" panose="020B0609020204030204" pitchFamily="49" charset="0"/>
                        </a:rPr>
                        <a:t>endif ADD r2, r2, #1     </a:t>
                      </a:r>
                      <a:r>
                        <a:rPr lang="en-US" dirty="0">
                          <a:solidFill>
                            <a:schemeClr val="bg1">
                              <a:lumMod val="65000"/>
                            </a:schemeClr>
                          </a:solidFill>
                          <a:latin typeface="Consolas" panose="020B0609020204030204" pitchFamily="49" charset="0"/>
                          <a:cs typeface="Consolas" panose="020B0609020204030204" pitchFamily="49" charset="0"/>
                        </a:rPr>
                        <a:t>; x = x + 1</a:t>
                      </a:r>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x</a:t>
                      </a:r>
                    </a:p>
                    <a:p>
                      <a:r>
                        <a:rPr lang="en-US" dirty="0">
                          <a:latin typeface="Consolas" panose="020B0609020204030204" pitchFamily="49" charset="0"/>
                          <a:cs typeface="Consolas" panose="020B0609020204030204" pitchFamily="49" charset="0"/>
                        </a:rPr>
                        <a:t>CMP   r1, #0       </a:t>
                      </a:r>
                      <a:r>
                        <a:rPr lang="en-US" dirty="0">
                          <a:solidFill>
                            <a:schemeClr val="bg1">
                              <a:lumMod val="65000"/>
                            </a:schemeClr>
                          </a:solidFill>
                          <a:latin typeface="Consolas" panose="020B0609020204030204" pitchFamily="49" charset="0"/>
                          <a:cs typeface="Consolas" panose="020B0609020204030204" pitchFamily="49" charset="0"/>
                        </a:rPr>
                        <a:t>; Compare a with 0 </a:t>
                      </a:r>
                    </a:p>
                    <a:p>
                      <a:r>
                        <a:rPr lang="en-US" b="1" dirty="0">
                          <a:solidFill>
                            <a:srgbClr val="C00000"/>
                          </a:solidFill>
                          <a:latin typeface="Consolas" panose="020B0609020204030204" pitchFamily="49" charset="0"/>
                          <a:cs typeface="Consolas" panose="020B0609020204030204" pitchFamily="49" charset="0"/>
                        </a:rPr>
                        <a:t>RSBLT</a:t>
                      </a:r>
                      <a:r>
                        <a:rPr lang="en-US" dirty="0">
                          <a:solidFill>
                            <a:srgbClr val="C00000"/>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r1, r1, #0   </a:t>
                      </a:r>
                      <a:r>
                        <a:rPr lang="en-US" dirty="0">
                          <a:solidFill>
                            <a:schemeClr val="bg1">
                              <a:lumMod val="65000"/>
                            </a:schemeClr>
                          </a:solidFill>
                          <a:latin typeface="Consolas" panose="020B0609020204030204" pitchFamily="49" charset="0"/>
                          <a:cs typeface="Consolas" panose="020B0609020204030204" pitchFamily="49" charset="0"/>
                        </a:rPr>
                        <a:t>; a = 0 - a if a &lt; 0</a:t>
                      </a:r>
                    </a:p>
                    <a:p>
                      <a:r>
                        <a:rPr lang="en-US">
                          <a:latin typeface="Consolas" panose="020B0609020204030204" pitchFamily="49" charset="0"/>
                          <a:cs typeface="Consolas" panose="020B0609020204030204" pitchFamily="49" charset="0"/>
                        </a:rPr>
                        <a:t>ADD   </a:t>
                      </a:r>
                      <a:r>
                        <a:rPr lang="en-US" dirty="0">
                          <a:latin typeface="Consolas" panose="020B0609020204030204" pitchFamily="49" charset="0"/>
                          <a:cs typeface="Consolas" panose="020B0609020204030204" pitchFamily="49" charset="0"/>
                        </a:rPr>
                        <a:t>r2, r2, #1   </a:t>
                      </a:r>
                      <a:r>
                        <a:rPr lang="en-US" dirty="0">
                          <a:solidFill>
                            <a:schemeClr val="bg1">
                              <a:lumMod val="65000"/>
                            </a:schemeClr>
                          </a:solidFill>
                          <a:latin typeface="Consolas" panose="020B0609020204030204" pitchFamily="49" charset="0"/>
                          <a:cs typeface="Consolas" panose="020B0609020204030204" pitchFamily="49" charset="0"/>
                        </a:rPr>
                        <a:t>; x = x + 1</a:t>
                      </a:r>
                    </a:p>
                  </a:txBody>
                  <a:tcPr/>
                </a:tc>
                <a:extLst>
                  <a:ext uri="{0D108BD9-81ED-4DB2-BD59-A6C34878D82A}">
                    <a16:rowId xmlns:a16="http://schemas.microsoft.com/office/drawing/2014/main" val="3563853537"/>
                  </a:ext>
                </a:extLst>
              </a:tr>
            </a:tbl>
          </a:graphicData>
        </a:graphic>
      </p:graphicFrame>
    </p:spTree>
    <p:extLst>
      <p:ext uri="{BB962C8B-B14F-4D97-AF65-F5344CB8AC3E}">
        <p14:creationId xmlns:p14="http://schemas.microsoft.com/office/powerpoint/2010/main" val="956433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5" name="Rectangle 4"/>
          <p:cNvSpPr/>
          <p:nvPr/>
        </p:nvSpPr>
        <p:spPr>
          <a:xfrm>
            <a:off x="3581400" y="1600200"/>
            <a:ext cx="4572000" cy="923330"/>
          </a:xfrm>
          <a:prstGeom prst="rect">
            <a:avLst/>
          </a:prstGeom>
        </p:spPr>
        <p:txBody>
          <a:bodyPr>
            <a:spAutoFit/>
          </a:bodyPr>
          <a:lstStyle/>
          <a:p>
            <a:pPr algn="ctr"/>
            <a:r>
              <a:rPr lang="en-US" dirty="0">
                <a:latin typeface="Consolas" panose="020B0609020204030204" pitchFamily="49" charset="0"/>
                <a:cs typeface="Consolas" panose="020B0609020204030204" pitchFamily="49" charset="0"/>
              </a:rPr>
              <a:t>x &gt; 20 &amp;&amp; x &lt; 25</a:t>
            </a:r>
          </a:p>
          <a:p>
            <a:pPr algn="ctr"/>
            <a:r>
              <a:rPr lang="en-US" dirty="0">
                <a:latin typeface="Consolas" panose="020B0609020204030204" pitchFamily="49" charset="0"/>
                <a:cs typeface="Consolas" panose="020B0609020204030204" pitchFamily="49" charset="0"/>
              </a:rPr>
              <a:t>x == 20 || x == 25</a:t>
            </a:r>
          </a:p>
          <a:p>
            <a:pPr algn="ctr"/>
            <a:r>
              <a:rPr lang="en-US" dirty="0">
                <a:latin typeface="Consolas" panose="020B0609020204030204" pitchFamily="49" charset="0"/>
                <a:cs typeface="Consolas" panose="020B0609020204030204" pitchFamily="49" charset="0"/>
              </a:rPr>
              <a:t>!(x == 20 || x == 25)</a:t>
            </a:r>
          </a:p>
        </p:txBody>
      </p:sp>
      <p:graphicFrame>
        <p:nvGraphicFramePr>
          <p:cNvPr id="6" name="Table 5"/>
          <p:cNvGraphicFramePr>
            <a:graphicFrameLocks noGrp="1"/>
          </p:cNvGraphicFramePr>
          <p:nvPr>
            <p:extLst>
              <p:ext uri="{D42A27DB-BD31-4B8C-83A1-F6EECF244321}">
                <p14:modId xmlns:p14="http://schemas.microsoft.com/office/powerpoint/2010/main" val="4261454475"/>
              </p:ext>
            </p:extLst>
          </p:nvPr>
        </p:nvGraphicFramePr>
        <p:xfrm>
          <a:off x="2057400" y="3186819"/>
          <a:ext cx="8229600" cy="2083237"/>
        </p:xfrm>
        <a:graphic>
          <a:graphicData uri="http://schemas.openxmlformats.org/drawingml/2006/table">
            <a:tbl>
              <a:tblPr firstRow="1" firstCol="1" bandRow="1">
                <a:tableStyleId>{5940675A-B579-460E-94D1-54222C63F5DA}</a:tableStyleId>
              </a:tblPr>
              <a:tblGrid>
                <a:gridCol w="2885704">
                  <a:extLst>
                    <a:ext uri="{9D8B030D-6E8A-4147-A177-3AD203B41FA5}">
                      <a16:colId xmlns:a16="http://schemas.microsoft.com/office/drawing/2014/main" val="20000"/>
                    </a:ext>
                  </a:extLst>
                </a:gridCol>
                <a:gridCol w="5343896">
                  <a:extLst>
                    <a:ext uri="{9D8B030D-6E8A-4147-A177-3AD203B41FA5}">
                      <a16:colId xmlns:a16="http://schemas.microsoft.com/office/drawing/2014/main" val="20001"/>
                    </a:ext>
                  </a:extLst>
                </a:gridCol>
              </a:tblGrid>
              <a:tr h="218003">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solidFill>
                            <a:srgbClr val="FF0000"/>
                          </a:solidFill>
                          <a:effectLst/>
                          <a:latin typeface="Consolas" panose="020B0609020204030204" pitchFamily="49" charset="0"/>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then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x ≤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rgbClr val="FF0000"/>
                          </a:solidFill>
                          <a:effectLst/>
                          <a:latin typeface="Consolas" panose="020B0609020204030204" pitchFamily="49" charset="0"/>
                          <a:cs typeface="Consolas" panose="020B0609020204030204" pitchFamily="49" charset="0"/>
                        </a:rPr>
                        <a:t>BLT  </a:t>
                      </a:r>
                      <a:r>
                        <a:rPr lang="en-US" sz="1600" dirty="0" err="1">
                          <a:solidFill>
                            <a:srgbClr val="FF0000"/>
                          </a:solidFill>
                          <a:effectLst/>
                          <a:latin typeface="Consolas" panose="020B0609020204030204" pitchFamily="49" charset="0"/>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a:t>
                      </a:r>
                      <a:r>
                        <a:rPr lang="en-US" sz="1600" dirty="0" err="1">
                          <a:solidFill>
                            <a:schemeClr val="bg1">
                              <a:lumMod val="65000"/>
                            </a:schemeClr>
                          </a:solidFill>
                          <a:effectLst/>
                          <a:latin typeface="Consolas" panose="020B0609020204030204" pitchFamily="49" charset="0"/>
                          <a:cs typeface="Consolas" panose="020B0609020204030204" pitchFamily="49" charset="0"/>
                        </a:rPr>
                        <a:t>endif</a:t>
                      </a:r>
                      <a:r>
                        <a:rPr lang="en-US" sz="1600" dirty="0">
                          <a:solidFill>
                            <a:schemeClr val="bg1">
                              <a:lumMod val="65000"/>
                            </a:schemeClr>
                          </a:solidFill>
                          <a:effectLst/>
                          <a:latin typeface="Consolas" panose="020B0609020204030204" pitchFamily="49" charset="0"/>
                          <a:cs typeface="Consolas" panose="020B0609020204030204" pitchFamily="49" charset="0"/>
                        </a:rPr>
                        <a:t> if x &lt;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then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 = 1 </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67703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79993707"/>
              </p:ext>
            </p:extLst>
          </p:nvPr>
        </p:nvGraphicFramePr>
        <p:xfrm>
          <a:off x="3276600" y="1933098"/>
          <a:ext cx="1447800" cy="1410654"/>
        </p:xfrm>
        <a:graphic>
          <a:graphicData uri="http://schemas.openxmlformats.org/drawingml/2006/table">
            <a:tbl>
              <a:tblPr firstRow="1" firstCol="1" bandRow="1">
                <a:tableStyleId>{69012ECD-51FC-41F1-AA8D-1B2483CD663E}</a:tableStyleId>
              </a:tblPr>
              <a:tblGrid>
                <a:gridCol w="1447800">
                  <a:extLst>
                    <a:ext uri="{9D8B030D-6E8A-4147-A177-3AD203B41FA5}">
                      <a16:colId xmlns:a16="http://schemas.microsoft.com/office/drawing/2014/main" val="20000"/>
                    </a:ext>
                  </a:extLst>
                </a:gridCol>
              </a:tblGrid>
              <a:tr h="233363">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1166814">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   b = 3;</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600" dirty="0">
                          <a:solidFill>
                            <a:srgbClr val="FF0000"/>
                          </a:solidFill>
                          <a:effectLst/>
                          <a:latin typeface="Consolas" panose="020B0609020204030204" pitchFamily="49" charset="0"/>
                          <a:cs typeface="Consolas" panose="020B0609020204030204" pitchFamily="49" charset="0"/>
                        </a:rPr>
                        <a:t>   b = 4;</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286" y="1524000"/>
            <a:ext cx="34099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276600" y="3981857"/>
            <a:ext cx="5562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b</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err="1">
                <a:solidFill>
                  <a:srgbClr val="0000FF"/>
                </a:solidFill>
                <a:latin typeface="Consolas" panose="020B0609020204030204" pitchFamily="49" charset="0"/>
                <a:cs typeface="Consolas" panose="020B0609020204030204" pitchFamily="49" charset="0"/>
              </a:rPr>
              <a:t>MOV</a:t>
            </a:r>
            <a:r>
              <a:rPr lang="en-US" dirty="0">
                <a:solidFill>
                  <a:srgbClr val="0000FF"/>
                </a:solidFill>
                <a:latin typeface="Consolas" panose="020B0609020204030204" pitchFamily="49" charset="0"/>
                <a:cs typeface="Consolas" panose="020B0609020204030204" pitchFamily="49" charset="0"/>
              </a:rPr>
              <a:t> </a:t>
            </a:r>
            <a:r>
              <a:rPr lang="en-US" dirty="0" err="1">
                <a:solidFill>
                  <a:srgbClr val="0000FF"/>
                </a:solidFill>
                <a:latin typeface="Consolas" panose="020B0609020204030204" pitchFamily="49" charset="0"/>
                <a:cs typeface="Consolas" panose="020B0609020204030204" pitchFamily="49" charset="0"/>
              </a:rPr>
              <a:t>r2</a:t>
            </a:r>
            <a:r>
              <a:rPr lang="en-US" dirty="0">
                <a:solidFill>
                  <a:srgbClr val="0000FF"/>
                </a:solidFill>
                <a:latin typeface="Consolas" panose="020B0609020204030204" pitchFamily="49" charset="0"/>
                <a:cs typeface="Consolas" panose="020B0609020204030204" pitchFamily="49" charset="0"/>
              </a:rPr>
              <a:t>, #3   </a:t>
            </a:r>
            <a:r>
              <a:rPr lang="en-US" dirty="0">
                <a:solidFill>
                  <a:schemeClr val="bg1">
                    <a:lumMod val="65000"/>
                  </a:schemeClr>
                </a:solidFill>
                <a:latin typeface="Consolas" panose="020B0609020204030204" pitchFamily="49" charset="0"/>
                <a:cs typeface="Consolas" panose="020B0609020204030204" pitchFamily="49" charset="0"/>
              </a:rPr>
              <a:t>; b = 3 </a:t>
            </a:r>
          </a:p>
          <a:p>
            <a:r>
              <a:rPr lang="en-US" dirty="0">
                <a:latin typeface="Consolas" panose="020B0609020204030204" pitchFamily="49" charset="0"/>
                <a:cs typeface="Consolas" panose="020B0609020204030204" pitchFamily="49" charset="0"/>
              </a:rPr>
              <a:t>       B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else   </a:t>
            </a:r>
            <a:r>
              <a:rPr lang="en-US" dirty="0" err="1">
                <a:solidFill>
                  <a:srgbClr val="FF0000"/>
                </a:solidFill>
                <a:latin typeface="Consolas" panose="020B0609020204030204" pitchFamily="49" charset="0"/>
                <a:cs typeface="Consolas" panose="020B0609020204030204" pitchFamily="49" charset="0"/>
              </a:rPr>
              <a:t>MOV</a:t>
            </a: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r2</a:t>
            </a:r>
            <a:r>
              <a:rPr lang="en-US" dirty="0">
                <a:solidFill>
                  <a:srgbClr val="FF0000"/>
                </a:solidFill>
                <a:latin typeface="Consolas" panose="020B0609020204030204" pitchFamily="49" charset="0"/>
                <a:cs typeface="Consolas" panose="020B0609020204030204" pitchFamily="49" charset="0"/>
              </a:rPr>
              <a:t>, #4   </a:t>
            </a:r>
            <a:r>
              <a:rPr lang="en-US" dirty="0">
                <a:solidFill>
                  <a:schemeClr val="bg1">
                    <a:lumMod val="65000"/>
                  </a:schemeClr>
                </a:solidFill>
                <a:latin typeface="Consolas" panose="020B0609020204030204" pitchFamily="49" charset="0"/>
                <a:cs typeface="Consolas" panose="020B0609020204030204" pitchFamily="49" charset="0"/>
              </a:rPr>
              <a:t>; b = 4 </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33162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537093681"/>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919918" y="407946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t>
            </a:r>
            <a:r>
              <a:rPr lang="pt-BR" dirty="0">
                <a:solidFill>
                  <a:srgbClr val="0000FF"/>
                </a:solidFill>
                <a:latin typeface="Consolas" panose="020B0609020204030204" pitchFamily="49" charset="0"/>
                <a:cs typeface="Consolas" panose="020B0609020204030204" pitchFamily="49" charset="0"/>
              </a:rPr>
              <a:t>B   check</a:t>
            </a:r>
          </a:p>
          <a:p>
            <a:r>
              <a:rPr lang="pt-BR" b="1"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a:t>
            </a:r>
            <a:r>
              <a:rPr lang="pt-BR" dirty="0" err="1">
                <a:solidFill>
                  <a:schemeClr val="bg1">
                    <a:lumMod val="65000"/>
                  </a:schemeClr>
                </a:solidFill>
                <a:latin typeface="Consolas" panose="020B0609020204030204" pitchFamily="49" charset="0"/>
                <a:cs typeface="Consolas" panose="020B0609020204030204" pitchFamily="49" charset="0"/>
              </a:rPr>
              <a:t>i</a:t>
            </a:r>
            <a:endParaRPr lang="pt-BR" dirty="0">
              <a:solidFill>
                <a:schemeClr val="bg1">
                  <a:lumMod val="65000"/>
                </a:schemeClr>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a:t>
            </a:r>
          </a:p>
          <a:p>
            <a:r>
              <a:rPr lang="pt-BR" dirty="0">
                <a:solidFill>
                  <a:srgbClr val="0000FF"/>
                </a:solidFill>
                <a:latin typeface="Consolas" panose="020B0609020204030204" pitchFamily="49" charset="0"/>
                <a:cs typeface="Consolas" panose="020B0609020204030204" pitchFamily="49" charset="0"/>
              </a:rPr>
              <a:t>check</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check</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whether</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 &lt; 10</a:t>
            </a:r>
          </a:p>
          <a:p>
            <a:r>
              <a:rPr lang="pt-BR" dirty="0">
                <a:latin typeface="Consolas" panose="020B0609020204030204" pitchFamily="49" charset="0"/>
                <a:cs typeface="Consolas" panose="020B0609020204030204" pitchFamily="49" charset="0"/>
              </a:rPr>
              <a:t>      	</a:t>
            </a:r>
            <a:r>
              <a:rPr lang="pt-BR" b="1" dirty="0">
                <a:solidFill>
                  <a:srgbClr val="FF0000"/>
                </a:solidFill>
                <a:latin typeface="Consolas" panose="020B0609020204030204" pitchFamily="49" charset="0"/>
                <a:cs typeface="Consolas" panose="020B0609020204030204" pitchFamily="49" charset="0"/>
              </a:rPr>
              <a:t>BLT loop</a:t>
            </a:r>
            <a:r>
              <a:rPr lang="pt-BR" b="1" dirty="0">
                <a:solidFill>
                  <a:schemeClr val="bg1">
                    <a:lumMod val="65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 loop </a:t>
            </a:r>
            <a:r>
              <a:rPr lang="pt-BR" dirty="0" err="1">
                <a:solidFill>
                  <a:schemeClr val="bg1">
                    <a:lumMod val="65000"/>
                  </a:schemeClr>
                </a:solidFill>
                <a:latin typeface="Consolas" panose="020B0609020204030204" pitchFamily="49" charset="0"/>
                <a:cs typeface="Consolas" panose="020B0609020204030204" pitchFamily="49" charset="0"/>
              </a:rPr>
              <a:t>if</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signed</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less</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than</a:t>
            </a:r>
            <a:endParaRPr lang="pt-BR" dirty="0">
              <a:solidFill>
                <a:srgbClr val="FF0000"/>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1:</a:t>
            </a:r>
          </a:p>
        </p:txBody>
      </p:sp>
    </p:spTree>
    <p:extLst>
      <p:ext uri="{BB962C8B-B14F-4D97-AF65-F5344CB8AC3E}">
        <p14:creationId xmlns:p14="http://schemas.microsoft.com/office/powerpoint/2010/main" val="3293036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95422949"/>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24200" y="4112249"/>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2:</a:t>
            </a:r>
          </a:p>
        </p:txBody>
      </p:sp>
      <p:pic>
        <p:nvPicPr>
          <p:cNvPr id="8" name="Picture 1">
            <a:extLst>
              <a:ext uri="{FF2B5EF4-FFF2-40B4-BE49-F238E27FC236}">
                <a16:creationId xmlns:a16="http://schemas.microsoft.com/office/drawing/2014/main" id="{058AAE44-F9DE-6449-BAC0-7E350273C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2116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26</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Tree>
    <p:extLst>
      <p:ext uri="{BB962C8B-B14F-4D97-AF65-F5344CB8AC3E}">
        <p14:creationId xmlns:p14="http://schemas.microsoft.com/office/powerpoint/2010/main" val="173513219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27</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 Examples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29</a:t>
            </a:fld>
            <a:endParaRPr lang="en-US"/>
          </a:p>
        </p:txBody>
      </p:sp>
      <p:graphicFrame>
        <p:nvGraphicFramePr>
          <p:cNvPr id="9" name="Table 8">
            <a:extLst>
              <a:ext uri="{FF2B5EF4-FFF2-40B4-BE49-F238E27FC236}">
                <a16:creationId xmlns:a16="http://schemas.microsoft.com/office/drawing/2014/main" id="{DE6EC2DE-E8D5-9BDA-9844-AEF4C2D651C2}"/>
              </a:ext>
            </a:extLst>
          </p:cNvPr>
          <p:cNvGraphicFramePr>
            <a:graphicFrameLocks noGrp="1"/>
          </p:cNvGraphicFramePr>
          <p:nvPr>
            <p:extLst>
              <p:ext uri="{D42A27DB-BD31-4B8C-83A1-F6EECF244321}">
                <p14:modId xmlns:p14="http://schemas.microsoft.com/office/powerpoint/2010/main" val="1602736690"/>
              </p:ext>
            </p:extLst>
          </p:nvPr>
        </p:nvGraphicFramePr>
        <p:xfrm>
          <a:off x="1299205" y="1219200"/>
          <a:ext cx="9314107" cy="4759960"/>
        </p:xfrm>
        <a:graphic>
          <a:graphicData uri="http://schemas.openxmlformats.org/drawingml/2006/table">
            <a:tbl>
              <a:tblPr firstRow="1" bandRow="1">
                <a:tableStyleId>{5940675A-B579-460E-94D1-54222C63F5DA}</a:tableStyleId>
              </a:tblPr>
              <a:tblGrid>
                <a:gridCol w="4031022">
                  <a:extLst>
                    <a:ext uri="{9D8B030D-6E8A-4147-A177-3AD203B41FA5}">
                      <a16:colId xmlns:a16="http://schemas.microsoft.com/office/drawing/2014/main" val="599096592"/>
                    </a:ext>
                  </a:extLst>
                </a:gridCol>
                <a:gridCol w="5283085">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65000"/>
                            </a:schemeClr>
                          </a:solidFill>
                          <a:effectLst/>
                          <a:latin typeface="Consolas" panose="020B0609020204030204" pitchFamily="49" charset="0"/>
                          <a:cs typeface="Consolas" panose="020B0609020204030204" pitchFamily="49" charset="0"/>
                        </a:rPr>
                        <a:t>// x, y are signed integers</a:t>
                      </a:r>
                    </a:p>
                    <a:p>
                      <a:r>
                        <a:rPr lang="en-US" dirty="0">
                          <a:latin typeface="Consolas" panose="020B0609020204030204" pitchFamily="49" charset="0"/>
                          <a:cs typeface="Consolas" panose="020B0609020204030204" pitchFamily="49" charset="0"/>
                        </a:rPr>
                        <a:t>int32_t a, y</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endParaRPr lang="en-US" dirty="0"/>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r0 = a, r1 = 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CMP   r0,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a:txBody>
                  <a:tcPr/>
                </a:tc>
                <a:extLst>
                  <a:ext uri="{0D108BD9-81ED-4DB2-BD59-A6C34878D82A}">
                    <a16:rowId xmlns:a16="http://schemas.microsoft.com/office/drawing/2014/main" val="3563853537"/>
                  </a:ext>
                </a:extLst>
              </a:tr>
              <a:tr h="1111517">
                <a:tc>
                  <a:txBody>
                    <a:bodyPr/>
                    <a:lstStyle/>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if(a &lt;= 20 || a &gt;= 25){</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y = 1;</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p>
                      <a:endParaRPr lang="en-US" dirty="0"/>
                    </a:p>
                  </a:txBody>
                  <a:tcPr/>
                </a:tc>
                <a:tc>
                  <a:txBody>
                    <a:bodyPr/>
                    <a:lstStyle/>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#20  </a:t>
                      </a:r>
                      <a:r>
                        <a:rPr lang="en-US" sz="18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LE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less or equal</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#25  </a:t>
                      </a:r>
                      <a:r>
                        <a:rPr lang="en-US" sz="1800" dirty="0">
                          <a:solidFill>
                            <a:schemeClr val="bg1">
                              <a:lumMod val="65000"/>
                            </a:schemeClr>
                          </a:solidFill>
                          <a:effectLst/>
                          <a:latin typeface="Consolas" panose="020B0609020204030204" pitchFamily="49" charset="0"/>
                          <a:cs typeface="Consolas" panose="020B0609020204030204" pitchFamily="49" charset="0"/>
                        </a:rPr>
                        <a:t>; CMP if greater than</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GE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greater or equal</a:t>
                      </a: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a:txBody>
                  <a:tcPr/>
                </a:tc>
                <a:tc>
                  <a:txBody>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a:txBody>
                  <a:tcPr/>
                </a:tc>
                <a:extLst>
                  <a:ext uri="{0D108BD9-81ED-4DB2-BD59-A6C34878D82A}">
                    <a16:rowId xmlns:a16="http://schemas.microsoft.com/office/drawing/2014/main" val="1039487423"/>
                  </a:ext>
                </a:extLst>
              </a:tr>
            </a:tbl>
          </a:graphicData>
        </a:graphic>
      </p:graphicFrame>
      <p:sp>
        <p:nvSpPr>
          <p:cNvPr id="6" name="TextBox 5"/>
          <p:cNvSpPr txBox="1"/>
          <p:nvPr/>
        </p:nvSpPr>
        <p:spPr>
          <a:xfrm>
            <a:off x="9143999" y="5554438"/>
            <a:ext cx="2938625"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LE</a:t>
            </a:r>
            <a:r>
              <a:rPr lang="en-US" dirty="0" err="1">
                <a:latin typeface="Consolas" panose="020B0609020204030204" pitchFamily="49" charset="0"/>
                <a:cs typeface="Consolas" panose="020B0609020204030204" pitchFamily="49" charset="0"/>
              </a:rPr>
              <a:t>:</a:t>
            </a:r>
            <a:r>
              <a:rPr lang="en-US" dirty="0" err="1"/>
              <a:t>Signed</a:t>
            </a:r>
            <a:r>
              <a:rPr lang="en-US" dirty="0"/>
              <a:t> Less than or Equal</a:t>
            </a:r>
          </a:p>
          <a:p>
            <a:r>
              <a:rPr lang="en-US" b="1" dirty="0" err="1">
                <a:solidFill>
                  <a:srgbClr val="FF0000"/>
                </a:solidFill>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a:t>
            </a:r>
            <a:r>
              <a:rPr lang="en-US" dirty="0" err="1"/>
              <a:t>Signed</a:t>
            </a:r>
            <a:r>
              <a:rPr lang="en-US" dirty="0"/>
              <a:t> Greater Than</a:t>
            </a:r>
          </a:p>
          <a:p>
            <a:r>
              <a:rPr lang="en-US" b="1" dirty="0">
                <a:solidFill>
                  <a:srgbClr val="FF0000"/>
                </a:solidFill>
                <a:latin typeface="Consolas" panose="020B0609020204030204" pitchFamily="49" charset="0"/>
              </a:rPr>
              <a:t>NE</a:t>
            </a:r>
            <a:r>
              <a:rPr lang="en-US" dirty="0"/>
              <a:t>: Not Equal</a:t>
            </a:r>
          </a:p>
          <a:p>
            <a:r>
              <a:rPr lang="en-US" b="1" dirty="0">
                <a:solidFill>
                  <a:srgbClr val="FF0000"/>
                </a:solidFill>
                <a:latin typeface="Consolas" panose="020B0609020204030204" pitchFamily="49" charset="0"/>
              </a:rPr>
              <a:t>EQ</a:t>
            </a:r>
            <a:r>
              <a:rPr lang="en-US" dirty="0"/>
              <a:t>: Equal</a:t>
            </a:r>
          </a:p>
        </p:txBody>
      </p:sp>
    </p:spTree>
    <p:extLst>
      <p:ext uri="{BB962C8B-B14F-4D97-AF65-F5344CB8AC3E}">
        <p14:creationId xmlns:p14="http://schemas.microsoft.com/office/powerpoint/2010/main" val="109086899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Conditional Execution Examples </a:t>
            </a:r>
            <a:r>
              <a:rPr lang="en-US" dirty="0" err="1"/>
              <a:t>Con’t</a:t>
            </a:r>
            <a:endParaRPr lang="en-US" dirty="0"/>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2" name="Table 1">
            <a:extLst>
              <a:ext uri="{FF2B5EF4-FFF2-40B4-BE49-F238E27FC236}">
                <a16:creationId xmlns:a16="http://schemas.microsoft.com/office/drawing/2014/main" id="{40C49EE2-02DE-71EF-C8DB-8AA0416FD388}"/>
              </a:ext>
            </a:extLst>
          </p:cNvPr>
          <p:cNvGraphicFramePr>
            <a:graphicFrameLocks noGrp="1"/>
          </p:cNvGraphicFramePr>
          <p:nvPr>
            <p:extLst>
              <p:ext uri="{D42A27DB-BD31-4B8C-83A1-F6EECF244321}">
                <p14:modId xmlns:p14="http://schemas.microsoft.com/office/powerpoint/2010/main" val="4137148533"/>
              </p:ext>
            </p:extLst>
          </p:nvPr>
        </p:nvGraphicFramePr>
        <p:xfrm>
          <a:off x="191965" y="1266598"/>
          <a:ext cx="11808070" cy="4668520"/>
        </p:xfrm>
        <a:graphic>
          <a:graphicData uri="http://schemas.openxmlformats.org/drawingml/2006/table">
            <a:tbl>
              <a:tblPr firstRow="1" bandRow="1">
                <a:tableStyleId>{5940675A-B579-460E-94D1-54222C63F5DA}</a:tableStyleId>
              </a:tblPr>
              <a:tblGrid>
                <a:gridCol w="2398835">
                  <a:extLst>
                    <a:ext uri="{9D8B030D-6E8A-4147-A177-3AD203B41FA5}">
                      <a16:colId xmlns:a16="http://schemas.microsoft.com/office/drawing/2014/main" val="599096592"/>
                    </a:ext>
                  </a:extLst>
                </a:gridCol>
                <a:gridCol w="4876800">
                  <a:extLst>
                    <a:ext uri="{9D8B030D-6E8A-4147-A177-3AD203B41FA5}">
                      <a16:colId xmlns:a16="http://schemas.microsoft.com/office/drawing/2014/main" val="4109736747"/>
                    </a:ext>
                  </a:extLst>
                </a:gridCol>
                <a:gridCol w="4532435">
                  <a:extLst>
                    <a:ext uri="{9D8B030D-6E8A-4147-A177-3AD203B41FA5}">
                      <a16:colId xmlns:a16="http://schemas.microsoft.com/office/drawing/2014/main" val="1574789703"/>
                    </a:ext>
                  </a:extLst>
                </a:gridCol>
              </a:tblGrid>
              <a:tr h="370840">
                <a:tc>
                  <a:txBody>
                    <a:bodyPr/>
                    <a:lstStyle/>
                    <a:p>
                      <a:r>
                        <a:rPr lang="en-US"/>
                        <a:t>C Program</a:t>
                      </a:r>
                      <a:endParaRPr lang="en-US" dirty="0"/>
                    </a:p>
                  </a:txBody>
                  <a:tcPr>
                    <a:solidFill>
                      <a:schemeClr val="bg1">
                        <a:lumMod val="85000"/>
                      </a:schemeClr>
                    </a:solidFill>
                  </a:tcPr>
                </a:tc>
                <a:tc>
                  <a:txBody>
                    <a:bodyPr/>
                    <a:lstStyle/>
                    <a:p>
                      <a:r>
                        <a:rPr lang="en-US"/>
                        <a:t>Assembly Program w/ Branching</a:t>
                      </a:r>
                      <a:endParaRPr lang="en-US"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Assembly Program w/ Conditional Execution</a:t>
                      </a:r>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int32_t x, y;</a:t>
                      </a:r>
                    </a:p>
                    <a:p>
                      <a:r>
                        <a:rPr lang="en-US" dirty="0">
                          <a:latin typeface="Consolas" panose="020B0609020204030204" pitchFamily="49" charset="0"/>
                          <a:cs typeface="Consolas" panose="020B0609020204030204" pitchFamily="49" charset="0"/>
                        </a:rPr>
                        <a:t>if (x + y &lt; 0)</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x = 1;</a:t>
                      </a:r>
                    </a:p>
                    <a:p>
                      <a:endParaRPr lang="en-US" dirty="0"/>
                    </a:p>
                  </a:txBody>
                  <a:tcPr/>
                </a:tc>
                <a:tc>
                  <a:txBody>
                    <a:bodyPr/>
                    <a:lstStyle/>
                    <a:p>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 r0 = x, r1 = y</a:t>
                      </a:r>
                    </a:p>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tc>
                  <a:txBody>
                    <a:bodyPr/>
                    <a:lstStyle/>
                    <a:p>
                      <a:r>
                        <a:rPr lang="pt-BR" dirty="0">
                          <a:latin typeface="Consolas" panose="020B0609020204030204" pitchFamily="49" charset="0"/>
                          <a:cs typeface="Consolas" panose="020B0609020204030204" pitchFamily="49" charset="0"/>
                        </a:rPr>
                        <a:t>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;return 0 if N = 1</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;return 1 if N = 0</a:t>
                      </a:r>
                    </a:p>
                    <a:p>
                      <a:pPr marL="0" marR="0" algn="l">
                        <a:spcBef>
                          <a:spcPts val="0"/>
                        </a:spcBef>
                        <a:spcAft>
                          <a:spcPts val="0"/>
                        </a:spcAft>
                      </a:pP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uint32_t x, y;</a:t>
                      </a:r>
                    </a:p>
                    <a:p>
                      <a:r>
                        <a:rPr lang="en-US" dirty="0">
                          <a:latin typeface="Consolas" panose="020B0609020204030204" pitchFamily="49" charset="0"/>
                          <a:cs typeface="Consolas" panose="020B0609020204030204" pitchFamily="49" charset="0"/>
                        </a:rPr>
                        <a:t>while (x != y) {</a:t>
                      </a:r>
                    </a:p>
                    <a:p>
                      <a:r>
                        <a:rPr lang="en-US" dirty="0">
                          <a:latin typeface="Consolas" panose="020B0609020204030204" pitchFamily="49" charset="0"/>
                          <a:cs typeface="Consolas" panose="020B0609020204030204" pitchFamily="49" charset="0"/>
                        </a:rPr>
                        <a:t>    if (x &gt; y) </a:t>
                      </a:r>
                    </a:p>
                    <a:p>
                      <a:r>
                        <a:rPr lang="en-US" dirty="0">
                          <a:latin typeface="Consolas" panose="020B0609020204030204" pitchFamily="49" charset="0"/>
                          <a:cs typeface="Consolas" panose="020B0609020204030204" pitchFamily="49" charset="0"/>
                        </a:rPr>
                        <a:t>       x = x – y; </a:t>
                      </a:r>
                    </a:p>
                    <a:p>
                      <a:r>
                        <a:rPr lang="en-US" dirty="0">
                          <a:latin typeface="Consolas" panose="020B0609020204030204" pitchFamily="49" charset="0"/>
                          <a:cs typeface="Consolas" panose="020B0609020204030204" pitchFamily="49" charset="0"/>
                        </a:rPr>
                        <a:t>    else </a:t>
                      </a:r>
                    </a:p>
                    <a:p>
                      <a:r>
                        <a:rPr lang="en-US" dirty="0">
                          <a:latin typeface="Consolas" panose="020B0609020204030204" pitchFamily="49" charset="0"/>
                          <a:cs typeface="Consolas" panose="020B0609020204030204" pitchFamily="49" charset="0"/>
                        </a:rPr>
                        <a:t>       y = y – x; </a:t>
                      </a:r>
                    </a:p>
                    <a:p>
                      <a:r>
                        <a:rPr lang="en-US" dirty="0">
                          <a:latin typeface="Consolas" panose="020B0609020204030204" pitchFamily="49" charset="0"/>
                          <a:cs typeface="Consolas" panose="020B0609020204030204" pitchFamily="49" charset="0"/>
                        </a:rPr>
                        <a:t>}</a:t>
                      </a:r>
                    </a:p>
                  </a:txBody>
                  <a:tcPr/>
                </a:tc>
                <a:tc>
                  <a:txBody>
                    <a:bodyPr/>
                    <a:lstStyle/>
                    <a:p>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CMP r0, r1	</a:t>
                      </a:r>
                      <a:endParaRPr lang="en-US" sz="1800" dirty="0">
                        <a:solidFill>
                          <a:schemeClr val="bg1">
                            <a:lumMod val="65000"/>
                          </a:schemeClr>
                        </a:solidFill>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BEQ end</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if a = b, done</a:t>
                      </a:r>
                    </a:p>
                    <a:p>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BLO less</a:t>
                      </a:r>
                      <a:r>
                        <a:rPr lang="en-US" sz="1800" dirty="0">
                          <a:solidFill>
                            <a:srgbClr val="FF0000"/>
                          </a:solidFill>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a &lt; b</a:t>
                      </a:r>
                    </a:p>
                    <a:p>
                      <a:r>
                        <a:rPr lang="en-US" sz="1800" dirty="0">
                          <a:latin typeface="Consolas" panose="020B0609020204030204" pitchFamily="49" charset="0"/>
                          <a:cs typeface="Consolas" panose="020B0609020204030204" pitchFamily="49" charset="0"/>
                        </a:rPr>
                        <a:t>      SUB r0, r0, r1  </a:t>
                      </a:r>
                      <a:r>
                        <a:rPr lang="en-US" sz="1800" dirty="0">
                          <a:solidFill>
                            <a:schemeClr val="bg1">
                              <a:lumMod val="65000"/>
                            </a:schemeClr>
                          </a:solidFill>
                          <a:latin typeface="Consolas" panose="020B0609020204030204" pitchFamily="49" charset="0"/>
                          <a:cs typeface="Consolas" panose="020B0609020204030204" pitchFamily="49" charset="0"/>
                        </a:rPr>
                        <a:t>; a = a – b</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endParaRPr lang="en-US" sz="1800" b="1" dirty="0">
                        <a:solidFill>
                          <a:srgbClr val="FF40FF"/>
                        </a:solidFill>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less  </a:t>
                      </a:r>
                      <a:r>
                        <a:rPr lang="en-US" sz="1800" dirty="0">
                          <a:latin typeface="Consolas" panose="020B0609020204030204" pitchFamily="49" charset="0"/>
                          <a:cs typeface="Consolas" panose="020B0609020204030204" pitchFamily="49" charset="0"/>
                        </a:rPr>
                        <a:t>SUB r1, r1, r0  </a:t>
                      </a:r>
                      <a:r>
                        <a:rPr lang="en-US" sz="1800" dirty="0">
                          <a:solidFill>
                            <a:schemeClr val="bg1">
                              <a:lumMod val="65000"/>
                            </a:schemeClr>
                          </a:solidFill>
                          <a:latin typeface="Consolas" panose="020B0609020204030204" pitchFamily="49" charset="0"/>
                          <a:cs typeface="Consolas" panose="020B0609020204030204" pitchFamily="49" charset="0"/>
                        </a:rPr>
                        <a:t>; b = b – a</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a:t>
                      </a:r>
                    </a:p>
                    <a:p>
                      <a:r>
                        <a:rPr lang="en-US" sz="1800" dirty="0">
                          <a:solidFill>
                            <a:srgbClr val="0000FF"/>
                          </a:solidFill>
                          <a:latin typeface="Consolas" panose="020B0609020204030204" pitchFamily="49" charset="0"/>
                          <a:cs typeface="Consolas" panose="020B0609020204030204" pitchFamily="49" charset="0"/>
                        </a:rPr>
                        <a:t>end</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tc>
                  <a:txBody>
                    <a:bodyPr/>
                    <a:lstStyle/>
                    <a:p>
                      <a:r>
                        <a:rPr lang="en-US" sz="1800" dirty="0" err="1">
                          <a:solidFill>
                            <a:schemeClr val="tx1"/>
                          </a:solidFill>
                          <a:latin typeface="Consolas" panose="020B0609020204030204" pitchFamily="49" charset="0"/>
                          <a:cs typeface="Consolas" panose="020B0609020204030204" pitchFamily="49" charset="0"/>
                        </a:rPr>
                        <a:t>gcd</a:t>
                      </a:r>
                      <a:r>
                        <a:rPr lang="en-US" sz="1800" dirty="0">
                          <a:solidFill>
                            <a:schemeClr val="tx1"/>
                          </a:solidFill>
                          <a:latin typeface="Consolas" panose="020B0609020204030204" pitchFamily="49" charset="0"/>
                          <a:cs typeface="Consolas" panose="020B0609020204030204" pitchFamily="49" charset="0"/>
                        </a:rPr>
                        <a:t>  CMP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HI</a:t>
                      </a:r>
                      <a:r>
                        <a:rPr lang="en-US" sz="1800" dirty="0">
                          <a:solidFill>
                            <a:schemeClr val="tx1"/>
                          </a:solidFill>
                          <a:latin typeface="Consolas" panose="020B0609020204030204" pitchFamily="49" charset="0"/>
                          <a:cs typeface="Consolas" panose="020B0609020204030204" pitchFamily="49" charset="0"/>
                        </a:rPr>
                        <a:t> r0,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LO</a:t>
                      </a:r>
                      <a:r>
                        <a:rPr lang="en-US" sz="1800" dirty="0">
                          <a:solidFill>
                            <a:schemeClr val="tx1"/>
                          </a:solidFill>
                          <a:latin typeface="Consolas" panose="020B0609020204030204" pitchFamily="49" charset="0"/>
                          <a:cs typeface="Consolas" panose="020B0609020204030204" pitchFamily="49" charset="0"/>
                        </a:rPr>
                        <a:t> r1, r1, r0</a:t>
                      </a:r>
                    </a:p>
                    <a:p>
                      <a:r>
                        <a:rPr lang="en-US" sz="1800" dirty="0">
                          <a:solidFill>
                            <a:schemeClr val="tx1"/>
                          </a:solidFill>
                          <a:latin typeface="Consolas" panose="020B0609020204030204" pitchFamily="49" charset="0"/>
                          <a:cs typeface="Consolas" panose="020B0609020204030204" pitchFamily="49" charset="0"/>
                        </a:rPr>
                        <a:t>     BNE </a:t>
                      </a:r>
                      <a:r>
                        <a:rPr lang="en-US" sz="1800" dirty="0" err="1">
                          <a:solidFill>
                            <a:schemeClr val="tx1"/>
                          </a:solidFill>
                          <a:latin typeface="Consolas" panose="020B0609020204030204" pitchFamily="49" charset="0"/>
                          <a:cs typeface="Consolas" panose="020B0609020204030204" pitchFamily="49" charset="0"/>
                        </a:rPr>
                        <a:t>gcd</a:t>
                      </a:r>
                      <a:endParaRPr lang="en-US" sz="1800" dirty="0">
                        <a:solidFill>
                          <a:schemeClr val="tx1"/>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97296756"/>
                  </a:ext>
                </a:extLst>
              </a:tr>
            </a:tbl>
          </a:graphicData>
        </a:graphic>
      </p:graphicFrame>
    </p:spTree>
    <p:extLst>
      <p:ext uri="{BB962C8B-B14F-4D97-AF65-F5344CB8AC3E}">
        <p14:creationId xmlns:p14="http://schemas.microsoft.com/office/powerpoint/2010/main" val="401522859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31</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a:t>
            </a:r>
            <a:r>
              <a:rPr lang="en-US" sz="2000" dirty="0" err="1">
                <a:solidFill>
                  <a:srgbClr val="FF0000"/>
                </a:solidFill>
                <a:latin typeface="Consolas" panose="020B0609020204030204" pitchFamily="49" charset="0"/>
              </a:rPr>
              <a:t>Rn,label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Rn,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a:t>
            </a:r>
            <a:r>
              <a:rPr lang="en-US" sz="2000" dirty="0" err="1">
                <a:solidFill>
                  <a:srgbClr val="FF0000"/>
                </a:solidFill>
                <a:latin typeface="Consolas" panose="020B0609020204030204" pitchFamily="49" charset="0"/>
              </a:rPr>
              <a:t>Rn,label</a:t>
            </a:r>
            <a:r>
              <a:rPr lang="en-US" sz="2000" dirty="0">
                <a:solidFill>
                  <a:srgbClr val="FF0000"/>
                </a:solidFill>
                <a:latin typeface="Consolas" panose="020B0609020204030204" pitchFamily="49" charset="0"/>
              </a:rPr>
              <a:t>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Rn,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2316428214"/>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264217359"/>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tx1"/>
                          </a:solidFill>
                          <a:effectLst/>
                          <a:latin typeface="Consolas" panose="020B0609020204030204" pitchFamily="49" charset="0"/>
                          <a:cs typeface="Consolas" panose="020B0609020204030204" pitchFamily="49" charset="0"/>
                        </a:rPr>
                        <a:t>Example code for break</a:t>
                      </a:r>
                      <a:endParaRPr lang="en-US" sz="2000" b="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just">
                        <a:spcBef>
                          <a:spcPts val="0"/>
                        </a:spcBef>
                        <a:spcAft>
                          <a:spcPts val="0"/>
                        </a:spcAft>
                      </a:pPr>
                      <a:r>
                        <a:rPr lang="en-US" sz="2000" b="1" dirty="0">
                          <a:solidFill>
                            <a:schemeClr val="tx1"/>
                          </a:solidFill>
                          <a:effectLst/>
                          <a:latin typeface="Consolas" panose="020B0609020204030204" pitchFamily="49" charset="0"/>
                          <a:cs typeface="Consolas" panose="020B0609020204030204" pitchFamily="49" charset="0"/>
                        </a:rPr>
                        <a:t>Example code for continue</a:t>
                      </a:r>
                      <a:endParaRPr lang="en-US" sz="2000" b="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965105342"/>
              </p:ext>
            </p:extLst>
          </p:nvPr>
        </p:nvGraphicFramePr>
        <p:xfrm>
          <a:off x="2057400" y="1600201"/>
          <a:ext cx="8382000" cy="4395551"/>
        </p:xfrm>
        <a:graphic>
          <a:graphicData uri="http://schemas.openxmlformats.org/drawingml/2006/table">
            <a:tbl>
              <a:tblPr firstRow="1" firstCol="1" bandRow="1">
                <a:tableStyleId>{5940675A-B579-460E-94D1-54222C63F5DA}</a:tableStyleId>
              </a:tblPr>
              <a:tblGrid>
                <a:gridCol w="3418974">
                  <a:extLst>
                    <a:ext uri="{9D8B030D-6E8A-4147-A177-3AD203B41FA5}">
                      <a16:colId xmlns:a16="http://schemas.microsoft.com/office/drawing/2014/main" val="20000"/>
                    </a:ext>
                  </a:extLst>
                </a:gridCol>
                <a:gridCol w="4963026">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tx1"/>
                          </a:solidFill>
                          <a:effectLst/>
                          <a:latin typeface="Consolas" panose="020B0609020204030204" pitchFamily="49" charset="0"/>
                          <a:cs typeface="Consolas" panose="020B0609020204030204" pitchFamily="49" charset="0"/>
                        </a:rPr>
                        <a:t>C Program</a:t>
                      </a:r>
                      <a:endParaRPr lang="en-US" sz="1800" b="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just">
                        <a:spcBef>
                          <a:spcPts val="0"/>
                        </a:spcBef>
                        <a:spcAft>
                          <a:spcPts val="0"/>
                        </a:spcAft>
                      </a:pPr>
                      <a:r>
                        <a:rPr lang="en-US" sz="1800" b="1" dirty="0">
                          <a:solidFill>
                            <a:schemeClr val="tx1"/>
                          </a:solidFill>
                          <a:effectLst/>
                          <a:latin typeface="Consolas" panose="020B0609020204030204" pitchFamily="49" charset="0"/>
                          <a:cs typeface="Consolas" panose="020B0609020204030204" pitchFamily="49" charset="0"/>
                        </a:rPr>
                        <a:t>Assembly Program</a:t>
                      </a:r>
                      <a:endParaRPr lang="en-US" sz="1800" b="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r0</a:t>
                      </a:r>
                      <a:r>
                        <a:rPr lang="en-US" sz="1800" dirty="0">
                          <a:solidFill>
                            <a:schemeClr val="bg1">
                              <a:lumMod val="50000"/>
                            </a:schemeClr>
                          </a:solidFill>
                          <a:effectLst/>
                          <a:latin typeface="Consolas" panose="020B0609020204030204" pitchFamily="49" charset="0"/>
                          <a:cs typeface="Consolas" panose="020B0609020204030204" pitchFamily="49" charset="0"/>
                        </a:rPr>
                        <a:t>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r1</a:t>
                      </a:r>
                      <a:r>
                        <a:rPr lang="en-US" sz="1800" dirty="0">
                          <a:solidFill>
                            <a:schemeClr val="bg1">
                              <a:lumMod val="50000"/>
                            </a:schemeClr>
                          </a:solidFill>
                          <a:effectLst/>
                          <a:latin typeface="Consolas" panose="020B0609020204030204" pitchFamily="49" charset="0"/>
                          <a:cs typeface="Consolas" panose="020B0609020204030204" pitchFamily="49" charset="0"/>
                        </a:rPr>
                        <a:t>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MOV</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#0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 =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a:t>
                      </a:r>
                      <a:r>
                        <a:rPr lang="en-US" sz="1800" dirty="0" err="1">
                          <a:effectLst/>
                          <a:latin typeface="Consolas" panose="020B0609020204030204" pitchFamily="49" charset="0"/>
                          <a:cs typeface="Consolas" panose="020B0609020204030204" pitchFamily="49" charset="0"/>
                        </a:rPr>
                        <a:t>LDRB</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str</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
        <p:nvSpPr>
          <p:cNvPr id="4" name="Content Placeholder 3"/>
          <p:cNvSpPr>
            <a:spLocks noGrp="1"/>
          </p:cNvSpPr>
          <p:nvPr>
            <p:ph sz="quarter" idx="1"/>
          </p:nvPr>
        </p:nvSpPr>
        <p:spPr>
          <a:xfrm>
            <a:off x="1981200" y="1295400"/>
            <a:ext cx="8229600" cy="1676400"/>
          </a:xfrm>
        </p:spPr>
        <p:txBody>
          <a:bodyPr>
            <a:noAutofit/>
          </a:bodyPr>
          <a:lstStyle/>
          <a:p>
            <a:pPr marL="0" indent="0" algn="ctr">
              <a:buNone/>
            </a:pPr>
            <a:r>
              <a:rPr lang="en-US" sz="1600" b="1" dirty="0">
                <a:solidFill>
                  <a:srgbClr val="0000FF"/>
                </a:solidFill>
              </a:rPr>
              <a:t>IT{x{y{z}}} {</a:t>
            </a:r>
            <a:r>
              <a:rPr lang="en-US" sz="1600" b="1" dirty="0" err="1">
                <a:solidFill>
                  <a:srgbClr val="0000FF"/>
                </a:solidFill>
              </a:rPr>
              <a:t>cond</a:t>
            </a:r>
            <a:r>
              <a:rPr lang="en-US" sz="1600" b="1" dirty="0">
                <a:solidFill>
                  <a:srgbClr val="0000FF"/>
                </a:solidFill>
              </a:rPr>
              <a:t>}</a:t>
            </a:r>
          </a:p>
          <a:p>
            <a:r>
              <a:rPr lang="en-US" sz="1600" dirty="0"/>
              <a:t>where the x, y, and z specify the existence of the optional second, third, and fourth conditional instruction respectively. </a:t>
            </a:r>
          </a:p>
          <a:p>
            <a:r>
              <a:rPr lang="en-US" sz="1600" dirty="0"/>
              <a:t>x, y, and z are either </a:t>
            </a:r>
            <a:r>
              <a:rPr lang="en-US" sz="1600" dirty="0">
                <a:solidFill>
                  <a:srgbClr val="FF0000"/>
                </a:solidFill>
              </a:rPr>
              <a:t>T</a:t>
            </a:r>
            <a:r>
              <a:rPr lang="en-US" sz="1600" dirty="0"/>
              <a:t> (Then) or </a:t>
            </a:r>
            <a:r>
              <a:rPr lang="en-US" sz="1600" dirty="0">
                <a:solidFill>
                  <a:srgbClr val="FF0000"/>
                </a:solidFill>
              </a:rPr>
              <a:t>E </a:t>
            </a:r>
            <a:r>
              <a:rPr lang="en-US" sz="1600" dirty="0"/>
              <a:t>(Else)</a:t>
            </a:r>
          </a:p>
        </p:txBody>
      </p:sp>
      <p:sp>
        <p:nvSpPr>
          <p:cNvPr id="5" name="Rectangle 4"/>
          <p:cNvSpPr/>
          <p:nvPr/>
        </p:nvSpPr>
        <p:spPr>
          <a:xfrm>
            <a:off x="1569289" y="3268972"/>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ITTE</a:t>
            </a:r>
            <a:r>
              <a:rPr lang="en-US" sz="1400" dirty="0"/>
              <a:t>   NE            ; IT can be omitted</a:t>
            </a:r>
          </a:p>
          <a:p>
            <a:r>
              <a:rPr lang="en-US" sz="1400" dirty="0"/>
              <a:t>    ANDNE  r0,r0,r1   ; 16-bit AND, not ANDS</a:t>
            </a:r>
          </a:p>
          <a:p>
            <a:r>
              <a:rPr lang="en-US" sz="1400" dirty="0"/>
              <a:t>    ADDNE  r2,r2,#1  ; 32-bit ADDS</a:t>
            </a:r>
          </a:p>
          <a:p>
            <a:r>
              <a:rPr lang="en-US" sz="1400" dirty="0"/>
              <a:t>    MOVEQ  r2,r3       ; 16-bit MOV</a:t>
            </a:r>
          </a:p>
        </p:txBody>
      </p:sp>
      <p:sp>
        <p:nvSpPr>
          <p:cNvPr id="6" name="Rectangle 5"/>
          <p:cNvSpPr/>
          <p:nvPr/>
        </p:nvSpPr>
        <p:spPr>
          <a:xfrm>
            <a:off x="5335835" y="4461144"/>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emit 2 non-flag setting 16-bit instructions</a:t>
            </a:r>
          </a:p>
          <a:p>
            <a:r>
              <a:rPr lang="en-US" sz="1400" dirty="0"/>
              <a:t>    ADDAL  r0,r0,r1  ; 16-bit ADD, not ADDS</a:t>
            </a:r>
          </a:p>
          <a:p>
            <a:r>
              <a:rPr lang="en-US" sz="1400" dirty="0"/>
              <a:t>    SUBAL  r2,r2,#1  ; 16-bit SUB, not SUB</a:t>
            </a:r>
          </a:p>
          <a:p>
            <a:r>
              <a:rPr lang="en-US" sz="1400" dirty="0"/>
              <a:t>    ADD     r0,r0,r1   ; expands into 32-bit ADD, and is not in  IT block</a:t>
            </a:r>
          </a:p>
        </p:txBody>
      </p:sp>
      <p:sp>
        <p:nvSpPr>
          <p:cNvPr id="7" name="Rectangle 6"/>
          <p:cNvSpPr/>
          <p:nvPr/>
        </p:nvSpPr>
        <p:spPr>
          <a:xfrm>
            <a:off x="5335835" y="3268972"/>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a:t>
            </a:r>
          </a:p>
          <a:p>
            <a:r>
              <a:rPr lang="en-US" sz="1400" dirty="0"/>
              <a:t>    MOVEQ  r0,r1</a:t>
            </a:r>
          </a:p>
          <a:p>
            <a:r>
              <a:rPr lang="en-US" sz="1400" dirty="0"/>
              <a:t>    BEQ    </a:t>
            </a:r>
            <a:r>
              <a:rPr lang="en-US" sz="1400" dirty="0" err="1"/>
              <a:t>dloop</a:t>
            </a:r>
            <a:r>
              <a:rPr lang="en-US" sz="1400" dirty="0"/>
              <a:t>     ; branch at end of IT block is permitted</a:t>
            </a:r>
          </a:p>
          <a:p>
            <a:endParaRPr lang="en-US" sz="1400" dirty="0"/>
          </a:p>
        </p:txBody>
      </p:sp>
      <p:sp>
        <p:nvSpPr>
          <p:cNvPr id="8" name="Rectangle 7"/>
          <p:cNvSpPr/>
          <p:nvPr/>
        </p:nvSpPr>
        <p:spPr>
          <a:xfrm>
            <a:off x="1569289" y="4468079"/>
            <a:ext cx="3614147"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a:t>
            </a:r>
          </a:p>
          <a:p>
            <a:r>
              <a:rPr lang="en-US" sz="1400" dirty="0"/>
              <a:t>    MOVEQ  r0,r1</a:t>
            </a:r>
          </a:p>
          <a:p>
            <a:r>
              <a:rPr lang="en-US" sz="1400" dirty="0"/>
              <a:t>    ADDEQ  r0,r0,#1 </a:t>
            </a:r>
          </a:p>
        </p:txBody>
      </p:sp>
      <p:sp>
        <p:nvSpPr>
          <p:cNvPr id="9" name="TextBox 8"/>
          <p:cNvSpPr txBox="1"/>
          <p:nvPr/>
        </p:nvSpPr>
        <p:spPr>
          <a:xfrm>
            <a:off x="1569288" y="2855705"/>
            <a:ext cx="1107996" cy="369332"/>
          </a:xfrm>
          <a:prstGeom prst="rect">
            <a:avLst/>
          </a:prstGeom>
          <a:noFill/>
        </p:spPr>
        <p:txBody>
          <a:bodyPr wrap="none" rtlCol="0">
            <a:spAutoFit/>
          </a:bodyPr>
          <a:lstStyle/>
          <a:p>
            <a:r>
              <a:rPr lang="en-US" dirty="0"/>
              <a:t>Examples:</a:t>
            </a:r>
          </a:p>
        </p:txBody>
      </p:sp>
    </p:spTree>
    <p:extLst>
      <p:ext uri="{BB962C8B-B14F-4D97-AF65-F5344CB8AC3E}">
        <p14:creationId xmlns:p14="http://schemas.microsoft.com/office/powerpoint/2010/main" val="207599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4" name="Content Placeholder 3"/>
          <p:cNvSpPr>
            <a:spLocks noGrp="1"/>
          </p:cNvSpPr>
          <p:nvPr>
            <p:ph sz="quarter" idx="1"/>
          </p:nvPr>
        </p:nvSpPr>
        <p:spPr>
          <a:xfrm>
            <a:off x="1981200" y="3200400"/>
            <a:ext cx="8229600" cy="2346960"/>
          </a:xfrm>
        </p:spPr>
        <p:txBody>
          <a:bodyPr>
            <a:normAutofit/>
          </a:bodyPr>
          <a:lstStyle/>
          <a:p>
            <a:r>
              <a:rPr lang="en-US" sz="2000" dirty="0">
                <a:solidFill>
                  <a:srgbClr val="C00000"/>
                </a:solidFill>
              </a:rPr>
              <a:t>You do not need to write IT instructions in your code. </a:t>
            </a:r>
          </a:p>
          <a:p>
            <a:endParaRPr lang="en-US" sz="2000" dirty="0">
              <a:solidFill>
                <a:srgbClr val="C00000"/>
              </a:solidFill>
            </a:endParaRPr>
          </a:p>
          <a:p>
            <a:r>
              <a:rPr lang="en-US" sz="2000" dirty="0">
                <a:solidFill>
                  <a:srgbClr val="C00000"/>
                </a:solidFill>
              </a:rPr>
              <a:t>The assembler generates them for you automatically according to the conditions specified.</a:t>
            </a:r>
          </a:p>
        </p:txBody>
      </p:sp>
      <p:sp>
        <p:nvSpPr>
          <p:cNvPr id="5" name="Content Placeholder 3"/>
          <p:cNvSpPr txBox="1">
            <a:spLocks/>
          </p:cNvSpPr>
          <p:nvPr/>
        </p:nvSpPr>
        <p:spPr>
          <a:xfrm>
            <a:off x="1981200" y="1333500"/>
            <a:ext cx="8229600" cy="16764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n-US" sz="2400" b="1" dirty="0">
                <a:solidFill>
                  <a:srgbClr val="0000FF"/>
                </a:solidFill>
                <a:latin typeface="Consolas" panose="020B0609020204030204" pitchFamily="49" charset="0"/>
                <a:cs typeface="Consolas" panose="020B0609020204030204" pitchFamily="49" charset="0"/>
              </a:rPr>
              <a:t>IT{x{y{z}}} {</a:t>
            </a:r>
            <a:r>
              <a:rPr lang="en-US" sz="2400" b="1" dirty="0" err="1">
                <a:solidFill>
                  <a:srgbClr val="0000FF"/>
                </a:solidFill>
                <a:latin typeface="Consolas" panose="020B0609020204030204" pitchFamily="49" charset="0"/>
                <a:cs typeface="Consolas" panose="020B0609020204030204" pitchFamily="49" charset="0"/>
              </a:rPr>
              <a:t>cond</a:t>
            </a:r>
            <a:r>
              <a:rPr lang="en-US" sz="2400" b="1" dirty="0">
                <a:solidFill>
                  <a:srgbClr val="0000FF"/>
                </a:solidFill>
                <a:latin typeface="Consolas" panose="020B0609020204030204" pitchFamily="49" charset="0"/>
                <a:cs typeface="Consolas" panose="020B0609020204030204" pitchFamily="49" charset="0"/>
              </a:rPr>
              <a:t>}</a:t>
            </a:r>
          </a:p>
          <a:p>
            <a:r>
              <a:rPr lang="en-US" sz="2000" dirty="0"/>
              <a:t>where the x, y, and z specify the existence of the optional second, third, and fourth conditional instruction respectively. </a:t>
            </a:r>
          </a:p>
          <a:p>
            <a:r>
              <a:rPr lang="en-US" sz="2000" dirty="0"/>
              <a:t>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a:t>
            </a:r>
          </a:p>
        </p:txBody>
      </p:sp>
    </p:spTree>
    <p:extLst>
      <p:ext uri="{BB962C8B-B14F-4D97-AF65-F5344CB8AC3E}">
        <p14:creationId xmlns:p14="http://schemas.microsoft.com/office/powerpoint/2010/main" val="2069787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36</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3424</TotalTime>
  <Words>5220</Words>
  <Application>Microsoft Office PowerPoint</Application>
  <PresentationFormat>Widescreen</PresentationFormat>
  <Paragraphs>1022</Paragraphs>
  <Slides>38</Slides>
  <Notes>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38</vt:i4>
      </vt:variant>
    </vt:vector>
  </HeadingPairs>
  <TitlesOfParts>
    <vt:vector size="53" baseType="lpstr">
      <vt:lpstr>Arial Unicode MS</vt:lpstr>
      <vt:lpstr>Bookman Old Style (Headings)</vt:lpstr>
      <vt:lpstr>Gill Sans Light</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Zonghua Gu</vt:lpstr>
      <vt:lpstr>Three Control Structures</vt:lpstr>
      <vt:lpstr>Three Control Structures</vt:lpstr>
      <vt:lpstr>Review: Condition Flags</vt:lpstr>
      <vt:lpstr>Updating Condition Flags</vt:lpstr>
      <vt:lpstr>Updating Condition Flags</vt:lpstr>
      <vt:lpstr>Updating Condition Flags: CMP and CMN</vt:lpstr>
      <vt:lpstr>Example of CMP</vt:lpstr>
      <vt:lpstr>Updating Condition Flags: TST and TEQ</vt:lpstr>
      <vt:lpstr>Unconditional Branch Instructions</vt:lpstr>
      <vt:lpstr>Unconditional Branch Instructions: A Simple Example</vt:lpstr>
      <vt:lpstr>Condition Codes </vt:lpstr>
      <vt:lpstr>Signed vs. Unsigned Comparison</vt:lpstr>
      <vt:lpstr>Branch Instructions</vt:lpstr>
      <vt:lpstr>Condition Codes </vt:lpstr>
      <vt:lpstr>Condition Codes </vt:lpstr>
      <vt:lpstr>Signed Greater or Equal (N == V)</vt:lpstr>
      <vt:lpstr>Signed Greater or Equal (N == V)</vt:lpstr>
      <vt:lpstr>Signed Greater or Equal (N == V)</vt:lpstr>
      <vt:lpstr>Which is Greater: 0xFFFFFFFF or 0x00000001?</vt:lpstr>
      <vt:lpstr>If-then Statement</vt:lpstr>
      <vt:lpstr>Compound Boolean Expression</vt:lpstr>
      <vt:lpstr>If-then-else</vt:lpstr>
      <vt:lpstr>For Loop</vt:lpstr>
      <vt:lpstr>For Loop</vt:lpstr>
      <vt:lpstr>Combined Program Status Registers (xPSR)</vt:lpstr>
      <vt:lpstr>Condition Codes </vt:lpstr>
      <vt:lpstr>Conditional Execution</vt:lpstr>
      <vt:lpstr>Conditional Execution Examples</vt:lpstr>
      <vt:lpstr>Conditional Execution Examples Con’t</vt:lpstr>
      <vt:lpstr>Combination</vt:lpstr>
      <vt:lpstr>Break and Continue</vt:lpstr>
      <vt:lpstr>Break and Continue</vt:lpstr>
      <vt:lpstr>IT (If-Then) instruction </vt:lpstr>
      <vt:lpstr>IT (If-Then) instruction </vt:lpstr>
      <vt:lpstr>Summary: Condition Codes </vt:lpstr>
      <vt:lpstr>Summary: Branch Instructions</vt:lpstr>
      <vt:lpstr>Summary: Conditionally Executed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228</cp:revision>
  <cp:lastPrinted>2018-02-28T12:51:32Z</cp:lastPrinted>
  <dcterms:created xsi:type="dcterms:W3CDTF">2014-02-09T17:12:51Z</dcterms:created>
  <dcterms:modified xsi:type="dcterms:W3CDTF">2025-11-02T00:04:28Z</dcterms:modified>
</cp:coreProperties>
</file>