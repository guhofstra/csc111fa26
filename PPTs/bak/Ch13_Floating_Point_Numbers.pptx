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80" r:id="rId2"/>
    <p:sldId id="259" r:id="rId3"/>
    <p:sldId id="261" r:id="rId4"/>
    <p:sldId id="264" r:id="rId5"/>
    <p:sldId id="281" r:id="rId6"/>
    <p:sldId id="282" r:id="rId7"/>
    <p:sldId id="284" r:id="rId8"/>
    <p:sldId id="267" r:id="rId9"/>
    <p:sldId id="277" r:id="rId10"/>
    <p:sldId id="278" r:id="rId11"/>
    <p:sldId id="257" r:id="rId12"/>
    <p:sldId id="268" r:id="rId13"/>
    <p:sldId id="258" r:id="rId14"/>
    <p:sldId id="7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9C416-9004-4D94-A7BA-A8A26D58ACD7}" v="266" dt="2025-10-04T20:52:36.755"/>
    <p1510:client id="{842F6D98-AA9D-45FB-82BD-0FAED3FAD6C9}" v="196" dt="2025-10-04T19:09:2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86667" autoAdjust="0"/>
  </p:normalViewPr>
  <p:slideViewPr>
    <p:cSldViewPr>
      <p:cViewPr varScale="1">
        <p:scale>
          <a:sx n="71" d="100"/>
          <a:sy n="71" d="100"/>
        </p:scale>
        <p:origin x="13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04T20:52:36.750" v="920"/>
      <pc:docMkLst>
        <pc:docMk/>
      </pc:docMkLst>
      <pc:sldChg chg="del">
        <pc:chgData name="Zonghua Gu" userId="9a7e1853e1951ef5" providerId="LiveId" clId="{CF1FAA12-072C-4ED5-BA76-0FFFAEFDB88A}" dt="2025-10-04T18:33:50.230" v="3" actId="47"/>
        <pc:sldMkLst>
          <pc:docMk/>
          <pc:sldMk cId="1683281344" sldId="256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1164444141" sldId="260"/>
        </pc:sldMkLst>
      </pc:sldChg>
      <pc:sldChg chg="addSp modSp mod">
        <pc:chgData name="Zonghua Gu" userId="9a7e1853e1951ef5" providerId="LiveId" clId="{CF1FAA12-072C-4ED5-BA76-0FFFAEFDB88A}" dt="2025-10-04T20:20:59.520" v="894"/>
        <pc:sldMkLst>
          <pc:docMk/>
          <pc:sldMk cId="2669434976" sldId="261"/>
        </pc:sldMkLst>
        <pc:spChg chg="add mod">
          <ac:chgData name="Zonghua Gu" userId="9a7e1853e1951ef5" providerId="LiveId" clId="{CF1FAA12-072C-4ED5-BA76-0FFFAEFDB88A}" dt="2025-10-04T20:20:59.520" v="894"/>
          <ac:spMkLst>
            <pc:docMk/>
            <pc:sldMk cId="2669434976" sldId="261"/>
            <ac:spMk id="4" creationId="{BD17BB32-0DFB-8EC2-7B7A-AD5165749D9E}"/>
          </ac:spMkLst>
        </pc:spChg>
        <pc:spChg chg="mod">
          <ac:chgData name="Zonghua Gu" userId="9a7e1853e1951ef5" providerId="LiveId" clId="{CF1FAA12-072C-4ED5-BA76-0FFFAEFDB88A}" dt="2025-10-04T19:16:42.144" v="465" actId="20577"/>
          <ac:spMkLst>
            <pc:docMk/>
            <pc:sldMk cId="2669434976" sldId="261"/>
            <ac:spMk id="5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4T18:33:53.683" v="4" actId="47"/>
        <pc:sldMkLst>
          <pc:docMk/>
          <pc:sldMk cId="2993718677" sldId="262"/>
        </pc:sldMkLst>
      </pc:sldChg>
      <pc:sldChg chg="del">
        <pc:chgData name="Zonghua Gu" userId="9a7e1853e1951ef5" providerId="LiveId" clId="{CF1FAA12-072C-4ED5-BA76-0FFFAEFDB88A}" dt="2025-10-04T18:57:36.812" v="336" actId="47"/>
        <pc:sldMkLst>
          <pc:docMk/>
          <pc:sldMk cId="2210065581" sldId="263"/>
        </pc:sldMkLst>
      </pc:sldChg>
      <pc:sldChg chg="modSp mod">
        <pc:chgData name="Zonghua Gu" userId="9a7e1853e1951ef5" providerId="LiveId" clId="{CF1FAA12-072C-4ED5-BA76-0FFFAEFDB88A}" dt="2025-10-04T18:58:21.385" v="341" actId="255"/>
        <pc:sldMkLst>
          <pc:docMk/>
          <pc:sldMk cId="2896628209" sldId="264"/>
        </pc:sldMkLst>
        <pc:spChg chg="mod">
          <ac:chgData name="Zonghua Gu" userId="9a7e1853e1951ef5" providerId="LiveId" clId="{CF1FAA12-072C-4ED5-BA76-0FFFAEFDB88A}" dt="2025-10-04T18:58:21.385" v="341" actId="255"/>
          <ac:spMkLst>
            <pc:docMk/>
            <pc:sldMk cId="2896628209" sldId="264"/>
            <ac:spMk id="4" creationId="{00000000-0000-0000-0000-000000000000}"/>
          </ac:spMkLst>
        </pc:spChg>
        <pc:picChg chg="mod">
          <ac:chgData name="Zonghua Gu" userId="9a7e1853e1951ef5" providerId="LiveId" clId="{CF1FAA12-072C-4ED5-BA76-0FFFAEFDB88A}" dt="2025-10-04T18:57:18.410" v="334" actId="14100"/>
          <ac:picMkLst>
            <pc:docMk/>
            <pc:sldMk cId="2896628209" sldId="264"/>
            <ac:picMk id="7" creationId="{00000000-0000-0000-0000-000000000000}"/>
          </ac:picMkLst>
        </pc:picChg>
      </pc:sldChg>
      <pc:sldChg chg="del">
        <pc:chgData name="Zonghua Gu" userId="9a7e1853e1951ef5" providerId="LiveId" clId="{CF1FAA12-072C-4ED5-BA76-0FFFAEFDB88A}" dt="2025-10-04T18:51:17.773" v="218" actId="47"/>
        <pc:sldMkLst>
          <pc:docMk/>
          <pc:sldMk cId="3858537890" sldId="265"/>
        </pc:sldMkLst>
      </pc:sldChg>
      <pc:sldChg chg="del">
        <pc:chgData name="Zonghua Gu" userId="9a7e1853e1951ef5" providerId="LiveId" clId="{CF1FAA12-072C-4ED5-BA76-0FFFAEFDB88A}" dt="2025-10-04T18:51:18.767" v="219" actId="47"/>
        <pc:sldMkLst>
          <pc:docMk/>
          <pc:sldMk cId="1780392420" sldId="266"/>
        </pc:sldMkLst>
      </pc:sldChg>
      <pc:sldChg chg="delSp modSp mod">
        <pc:chgData name="Zonghua Gu" userId="9a7e1853e1951ef5" providerId="LiveId" clId="{CF1FAA12-072C-4ED5-BA76-0FFFAEFDB88A}" dt="2025-10-04T20:03:53.479" v="873" actId="255"/>
        <pc:sldMkLst>
          <pc:docMk/>
          <pc:sldMk cId="378386796" sldId="267"/>
        </pc:sldMkLst>
        <pc:spChg chg="mod">
          <ac:chgData name="Zonghua Gu" userId="9a7e1853e1951ef5" providerId="LiveId" clId="{CF1FAA12-072C-4ED5-BA76-0FFFAEFDB88A}" dt="2025-10-04T20:03:53.479" v="873" actId="255"/>
          <ac:spMkLst>
            <pc:docMk/>
            <pc:sldMk cId="378386796" sldId="267"/>
            <ac:spMk id="4" creationId="{00000000-0000-0000-0000-000000000000}"/>
          </ac:spMkLst>
        </pc:spChg>
        <pc:spChg chg="del mod">
          <ac:chgData name="Zonghua Gu" userId="9a7e1853e1951ef5" providerId="LiveId" clId="{CF1FAA12-072C-4ED5-BA76-0FFFAEFDB88A}" dt="2025-10-04T20:02:54.010" v="851" actId="478"/>
          <ac:spMkLst>
            <pc:docMk/>
            <pc:sldMk cId="378386796" sldId="267"/>
            <ac:spMk id="5" creationId="{00000000-0000-0000-0000-000000000000}"/>
          </ac:spMkLst>
        </pc:spChg>
        <pc:spChg chg="del">
          <ac:chgData name="Zonghua Gu" userId="9a7e1853e1951ef5" providerId="LiveId" clId="{CF1FAA12-072C-4ED5-BA76-0FFFAEFDB88A}" dt="2025-10-04T20:02:54.010" v="851" actId="478"/>
          <ac:spMkLst>
            <pc:docMk/>
            <pc:sldMk cId="378386796" sldId="267"/>
            <ac:spMk id="6" creationId="{00000000-0000-0000-0000-000000000000}"/>
          </ac:spMkLst>
        </pc:spChg>
        <pc:spChg chg="del">
          <ac:chgData name="Zonghua Gu" userId="9a7e1853e1951ef5" providerId="LiveId" clId="{CF1FAA12-072C-4ED5-BA76-0FFFAEFDB88A}" dt="2025-10-04T20:00:16.815" v="721" actId="478"/>
          <ac:spMkLst>
            <pc:docMk/>
            <pc:sldMk cId="378386796" sldId="267"/>
            <ac:spMk id="7" creationId="{00000000-0000-0000-0000-000000000000}"/>
          </ac:spMkLst>
        </pc:spChg>
      </pc:sldChg>
      <pc:sldChg chg="delSp modSp mod">
        <pc:chgData name="Zonghua Gu" userId="9a7e1853e1951ef5" providerId="LiveId" clId="{CF1FAA12-072C-4ED5-BA76-0FFFAEFDB88A}" dt="2025-10-04T20:16:24.320" v="893"/>
        <pc:sldMkLst>
          <pc:docMk/>
          <pc:sldMk cId="2849682855" sldId="268"/>
        </pc:sldMkLst>
        <pc:spChg chg="mod">
          <ac:chgData name="Zonghua Gu" userId="9a7e1853e1951ef5" providerId="LiveId" clId="{CF1FAA12-072C-4ED5-BA76-0FFFAEFDB88A}" dt="2025-10-04T20:16:23.260" v="891" actId="20577"/>
          <ac:spMkLst>
            <pc:docMk/>
            <pc:sldMk cId="2849682855" sldId="268"/>
            <ac:spMk id="4" creationId="{00000000-0000-0000-0000-000000000000}"/>
          </ac:spMkLst>
        </pc:spChg>
        <pc:spChg chg="del mod">
          <ac:chgData name="Zonghua Gu" userId="9a7e1853e1951ef5" providerId="LiveId" clId="{CF1FAA12-072C-4ED5-BA76-0FFFAEFDB88A}" dt="2025-10-04T20:16:24.320" v="893"/>
          <ac:spMkLst>
            <pc:docMk/>
            <pc:sldMk cId="2849682855" sldId="268"/>
            <ac:spMk id="5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3558897582" sldId="270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974167674" sldId="272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413887454" sldId="273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2103323537" sldId="275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2241758158" sldId="276"/>
        </pc:sldMkLst>
      </pc:sldChg>
      <pc:sldChg chg="del">
        <pc:chgData name="Zonghua Gu" userId="9a7e1853e1951ef5" providerId="LiveId" clId="{CF1FAA12-072C-4ED5-BA76-0FFFAEFDB88A}" dt="2025-10-04T20:22:36.177" v="895" actId="47"/>
        <pc:sldMkLst>
          <pc:docMk/>
          <pc:sldMk cId="3956634377" sldId="279"/>
        </pc:sldMkLst>
      </pc:sldChg>
      <pc:sldChg chg="addSp delSp modSp add mod">
        <pc:chgData name="Zonghua Gu" userId="9a7e1853e1951ef5" providerId="LiveId" clId="{CF1FAA12-072C-4ED5-BA76-0FFFAEFDB88A}" dt="2025-10-04T20:25:20.018" v="919"/>
        <pc:sldMkLst>
          <pc:docMk/>
          <pc:sldMk cId="4199759654" sldId="280"/>
        </pc:sldMkLst>
        <pc:spChg chg="mod">
          <ac:chgData name="Zonghua Gu" userId="9a7e1853e1951ef5" providerId="LiveId" clId="{CF1FAA12-072C-4ED5-BA76-0FFFAEFDB88A}" dt="2025-10-04T18:33:47.624" v="2" actId="1076"/>
          <ac:spMkLst>
            <pc:docMk/>
            <pc:sldMk cId="4199759654" sldId="280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10-04T20:22:56.451" v="917" actId="20577"/>
          <ac:spMkLst>
            <pc:docMk/>
            <pc:sldMk cId="4199759654" sldId="280"/>
            <ac:spMk id="6" creationId="{00000000-0000-0000-0000-000000000000}"/>
          </ac:spMkLst>
        </pc:spChg>
        <pc:spChg chg="del">
          <ac:chgData name="Zonghua Gu" userId="9a7e1853e1951ef5" providerId="LiveId" clId="{CF1FAA12-072C-4ED5-BA76-0FFFAEFDB88A}" dt="2025-10-04T20:25:19.666" v="918" actId="478"/>
          <ac:spMkLst>
            <pc:docMk/>
            <pc:sldMk cId="4199759654" sldId="280"/>
            <ac:spMk id="7" creationId="{00000000-0000-0000-0000-000000000000}"/>
          </ac:spMkLst>
        </pc:spChg>
        <pc:spChg chg="add mod">
          <ac:chgData name="Zonghua Gu" userId="9a7e1853e1951ef5" providerId="LiveId" clId="{CF1FAA12-072C-4ED5-BA76-0FFFAEFDB88A}" dt="2025-10-04T20:25:20.018" v="919"/>
          <ac:spMkLst>
            <pc:docMk/>
            <pc:sldMk cId="4199759654" sldId="280"/>
            <ac:spMk id="8" creationId="{53E96F5C-FC35-378C-26EB-F03DC074662F}"/>
          </ac:spMkLst>
        </pc:spChg>
      </pc:sldChg>
      <pc:sldChg chg="addSp delSp modSp new mod">
        <pc:chgData name="Zonghua Gu" userId="9a7e1853e1951ef5" providerId="LiveId" clId="{CF1FAA12-072C-4ED5-BA76-0FFFAEFDB88A}" dt="2025-10-04T19:02:18.606" v="343" actId="20577"/>
        <pc:sldMkLst>
          <pc:docMk/>
          <pc:sldMk cId="3761897037" sldId="281"/>
        </pc:sldMkLst>
        <pc:spChg chg="mod">
          <ac:chgData name="Zonghua Gu" userId="9a7e1853e1951ef5" providerId="LiveId" clId="{CF1FAA12-072C-4ED5-BA76-0FFFAEFDB88A}" dt="2025-10-04T18:44:57.972" v="108" actId="20577"/>
          <ac:spMkLst>
            <pc:docMk/>
            <pc:sldMk cId="3761897037" sldId="281"/>
            <ac:spMk id="2" creationId="{375475F4-E526-1473-6263-AB10E888210F}"/>
          </ac:spMkLst>
        </pc:spChg>
        <pc:spChg chg="mod">
          <ac:chgData name="Zonghua Gu" userId="9a7e1853e1951ef5" providerId="LiveId" clId="{CF1FAA12-072C-4ED5-BA76-0FFFAEFDB88A}" dt="2025-10-04T19:02:18.606" v="343" actId="20577"/>
          <ac:spMkLst>
            <pc:docMk/>
            <pc:sldMk cId="3761897037" sldId="281"/>
            <ac:spMk id="4" creationId="{234DA398-7598-5E3A-A505-43A059F4F4D1}"/>
          </ac:spMkLst>
        </pc:spChg>
        <pc:spChg chg="add del mod">
          <ac:chgData name="Zonghua Gu" userId="9a7e1853e1951ef5" providerId="LiveId" clId="{CF1FAA12-072C-4ED5-BA76-0FFFAEFDB88A}" dt="2025-10-04T18:46:43.912" v="144" actId="478"/>
          <ac:spMkLst>
            <pc:docMk/>
            <pc:sldMk cId="3761897037" sldId="281"/>
            <ac:spMk id="8" creationId="{6B2BB566-E958-EC7B-4E3C-B68106AF692B}"/>
          </ac:spMkLst>
        </pc:spChg>
        <pc:spChg chg="add del mod">
          <ac:chgData name="Zonghua Gu" userId="9a7e1853e1951ef5" providerId="LiveId" clId="{CF1FAA12-072C-4ED5-BA76-0FFFAEFDB88A}" dt="2025-10-04T18:54:58.646" v="302" actId="478"/>
          <ac:spMkLst>
            <pc:docMk/>
            <pc:sldMk cId="3761897037" sldId="281"/>
            <ac:spMk id="9" creationId="{10400EFD-7C4D-4C79-48CC-39544569C902}"/>
          </ac:spMkLst>
        </pc:spChg>
        <pc:picChg chg="add del mod">
          <ac:chgData name="Zonghua Gu" userId="9a7e1853e1951ef5" providerId="LiveId" clId="{CF1FAA12-072C-4ED5-BA76-0FFFAEFDB88A}" dt="2025-10-04T18:39:23.935" v="24" actId="478"/>
          <ac:picMkLst>
            <pc:docMk/>
            <pc:sldMk cId="3761897037" sldId="281"/>
            <ac:picMk id="5" creationId="{1822B543-EC25-EC01-B95A-C3B51D7E7184}"/>
          </ac:picMkLst>
        </pc:picChg>
        <pc:picChg chg="add del mod">
          <ac:chgData name="Zonghua Gu" userId="9a7e1853e1951ef5" providerId="LiveId" clId="{CF1FAA12-072C-4ED5-BA76-0FFFAEFDB88A}" dt="2025-10-04T18:46:45.661" v="145" actId="478"/>
          <ac:picMkLst>
            <pc:docMk/>
            <pc:sldMk cId="3761897037" sldId="281"/>
            <ac:picMk id="7" creationId="{DEB4AB85-2D22-6AE0-7C1E-49E6F9DFC868}"/>
          </ac:picMkLst>
        </pc:picChg>
      </pc:sldChg>
      <pc:sldChg chg="modSp add mod">
        <pc:chgData name="Zonghua Gu" userId="9a7e1853e1951ef5" providerId="LiveId" clId="{CF1FAA12-072C-4ED5-BA76-0FFFAEFDB88A}" dt="2025-10-04T19:09:24.322" v="397"/>
        <pc:sldMkLst>
          <pc:docMk/>
          <pc:sldMk cId="1065607407" sldId="282"/>
        </pc:sldMkLst>
        <pc:spChg chg="mod">
          <ac:chgData name="Zonghua Gu" userId="9a7e1853e1951ef5" providerId="LiveId" clId="{CF1FAA12-072C-4ED5-BA76-0FFFAEFDB88A}" dt="2025-10-04T19:09:01.042" v="395" actId="20577"/>
          <ac:spMkLst>
            <pc:docMk/>
            <pc:sldMk cId="1065607407" sldId="282"/>
            <ac:spMk id="2" creationId="{1F000EC5-11FF-B40D-E96F-A868D391149B}"/>
          </ac:spMkLst>
        </pc:spChg>
        <pc:spChg chg="mod">
          <ac:chgData name="Zonghua Gu" userId="9a7e1853e1951ef5" providerId="LiveId" clId="{CF1FAA12-072C-4ED5-BA76-0FFFAEFDB88A}" dt="2025-10-04T19:09:24.322" v="397"/>
          <ac:spMkLst>
            <pc:docMk/>
            <pc:sldMk cId="1065607407" sldId="282"/>
            <ac:spMk id="4" creationId="{8EDF4C76-0367-6082-911A-D9E67CF2968B}"/>
          </ac:spMkLst>
        </pc:spChg>
      </pc:sldChg>
      <pc:sldChg chg="delSp modSp add del mod">
        <pc:chgData name="Zonghua Gu" userId="9a7e1853e1951ef5" providerId="LiveId" clId="{CF1FAA12-072C-4ED5-BA76-0FFFAEFDB88A}" dt="2025-10-04T19:01:11" v="342" actId="47"/>
        <pc:sldMkLst>
          <pc:docMk/>
          <pc:sldMk cId="2236678641" sldId="282"/>
        </pc:sldMkLst>
        <pc:spChg chg="mod">
          <ac:chgData name="Zonghua Gu" userId="9a7e1853e1951ef5" providerId="LiveId" clId="{CF1FAA12-072C-4ED5-BA76-0FFFAEFDB88A}" dt="2025-10-04T18:51:27.965" v="221"/>
          <ac:spMkLst>
            <pc:docMk/>
            <pc:sldMk cId="2236678641" sldId="282"/>
            <ac:spMk id="2" creationId="{7F074BA5-F5CE-BEBA-D5CC-3CAFB65D83F9}"/>
          </ac:spMkLst>
        </pc:spChg>
        <pc:spChg chg="mod">
          <ac:chgData name="Zonghua Gu" userId="9a7e1853e1951ef5" providerId="LiveId" clId="{CF1FAA12-072C-4ED5-BA76-0FFFAEFDB88A}" dt="2025-10-04T18:58:11.225" v="340" actId="403"/>
          <ac:spMkLst>
            <pc:docMk/>
            <pc:sldMk cId="2236678641" sldId="282"/>
            <ac:spMk id="4" creationId="{C7D6C4B9-9AA4-2520-1EEE-23BD11350328}"/>
          </ac:spMkLst>
        </pc:spChg>
        <pc:picChg chg="del mod">
          <ac:chgData name="Zonghua Gu" userId="9a7e1853e1951ef5" providerId="LiveId" clId="{CF1FAA12-072C-4ED5-BA76-0FFFAEFDB88A}" dt="2025-10-04T18:57:49.198" v="337" actId="478"/>
          <ac:picMkLst>
            <pc:docMk/>
            <pc:sldMk cId="2236678641" sldId="282"/>
            <ac:picMk id="7" creationId="{29342B37-B23C-04E9-96E5-E41CADE043E5}"/>
          </ac:picMkLst>
        </pc:picChg>
      </pc:sldChg>
      <pc:sldChg chg="delSp modSp add del mod">
        <pc:chgData name="Zonghua Gu" userId="9a7e1853e1951ef5" providerId="LiveId" clId="{CF1FAA12-072C-4ED5-BA76-0FFFAEFDB88A}" dt="2025-10-04T20:06:43.697" v="874" actId="47"/>
        <pc:sldMkLst>
          <pc:docMk/>
          <pc:sldMk cId="1326780592" sldId="283"/>
        </pc:sldMkLst>
        <pc:spChg chg="mod">
          <ac:chgData name="Zonghua Gu" userId="9a7e1853e1951ef5" providerId="LiveId" clId="{CF1FAA12-072C-4ED5-BA76-0FFFAEFDB88A}" dt="2025-10-04T19:47:30.861" v="579" actId="27636"/>
          <ac:spMkLst>
            <pc:docMk/>
            <pc:sldMk cId="1326780592" sldId="283"/>
            <ac:spMk id="4" creationId="{ED5CED21-4FF0-5526-85B0-4B1261D92656}"/>
          </ac:spMkLst>
        </pc:spChg>
        <pc:spChg chg="mod">
          <ac:chgData name="Zonghua Gu" userId="9a7e1853e1951ef5" providerId="LiveId" clId="{CF1FAA12-072C-4ED5-BA76-0FFFAEFDB88A}" dt="2025-10-04T19:51:54.844" v="666" actId="1076"/>
          <ac:spMkLst>
            <pc:docMk/>
            <pc:sldMk cId="1326780592" sldId="283"/>
            <ac:spMk id="5" creationId="{2995D015-3F56-C5BC-351A-D167058FE3A4}"/>
          </ac:spMkLst>
        </pc:spChg>
        <pc:spChg chg="mod">
          <ac:chgData name="Zonghua Gu" userId="9a7e1853e1951ef5" providerId="LiveId" clId="{CF1FAA12-072C-4ED5-BA76-0FFFAEFDB88A}" dt="2025-10-04T19:51:56.799" v="668" actId="20577"/>
          <ac:spMkLst>
            <pc:docMk/>
            <pc:sldMk cId="1326780592" sldId="283"/>
            <ac:spMk id="6" creationId="{3F00BB3C-0DA7-DBF6-44EE-4B3A4AA95FBF}"/>
          </ac:spMkLst>
        </pc:spChg>
        <pc:spChg chg="del">
          <ac:chgData name="Zonghua Gu" userId="9a7e1853e1951ef5" providerId="LiveId" clId="{CF1FAA12-072C-4ED5-BA76-0FFFAEFDB88A}" dt="2025-10-04T19:47:27.577" v="577" actId="478"/>
          <ac:spMkLst>
            <pc:docMk/>
            <pc:sldMk cId="1326780592" sldId="283"/>
            <ac:spMk id="7" creationId="{E482F9E3-67A4-3659-E6D3-1CBFC3E0625E}"/>
          </ac:spMkLst>
        </pc:spChg>
      </pc:sldChg>
      <pc:sldChg chg="modSp add del mod">
        <pc:chgData name="Zonghua Gu" userId="9a7e1853e1951ef5" providerId="LiveId" clId="{CF1FAA12-072C-4ED5-BA76-0FFFAEFDB88A}" dt="2025-10-04T19:55:11.716" v="675"/>
        <pc:sldMkLst>
          <pc:docMk/>
          <pc:sldMk cId="1293490332" sldId="284"/>
        </pc:sldMkLst>
        <pc:spChg chg="mod">
          <ac:chgData name="Zonghua Gu" userId="9a7e1853e1951ef5" providerId="LiveId" clId="{CF1FAA12-072C-4ED5-BA76-0FFFAEFDB88A}" dt="2025-10-04T19:55:10.011" v="674" actId="20577"/>
          <ac:spMkLst>
            <pc:docMk/>
            <pc:sldMk cId="1293490332" sldId="284"/>
            <ac:spMk id="4" creationId="{B31EDB4B-12D6-CAB3-A15E-1983F8B9521C}"/>
          </ac:spMkLst>
        </pc:spChg>
      </pc:sldChg>
      <pc:sldChg chg="modSp add mod">
        <pc:chgData name="Zonghua Gu" userId="9a7e1853e1951ef5" providerId="LiveId" clId="{CF1FAA12-072C-4ED5-BA76-0FFFAEFDB88A}" dt="2025-10-04T19:59:32.090" v="718" actId="20577"/>
        <pc:sldMkLst>
          <pc:docMk/>
          <pc:sldMk cId="2683607622" sldId="284"/>
        </pc:sldMkLst>
        <pc:spChg chg="mod">
          <ac:chgData name="Zonghua Gu" userId="9a7e1853e1951ef5" providerId="LiveId" clId="{CF1FAA12-072C-4ED5-BA76-0FFFAEFDB88A}" dt="2025-10-04T19:55:34.847" v="678" actId="20577"/>
          <ac:spMkLst>
            <pc:docMk/>
            <pc:sldMk cId="2683607622" sldId="284"/>
            <ac:spMk id="2" creationId="{9A89A2AC-1EFE-50A9-F487-AFE87D1F70FC}"/>
          </ac:spMkLst>
        </pc:spChg>
        <pc:spChg chg="mod">
          <ac:chgData name="Zonghua Gu" userId="9a7e1853e1951ef5" providerId="LiveId" clId="{CF1FAA12-072C-4ED5-BA76-0FFFAEFDB88A}" dt="2025-10-04T19:59:32.090" v="718" actId="20577"/>
          <ac:spMkLst>
            <pc:docMk/>
            <pc:sldMk cId="2683607622" sldId="284"/>
            <ac:spMk id="4" creationId="{952A5B12-C807-E0B1-83CA-2990276670F1}"/>
          </ac:spMkLst>
        </pc:spChg>
      </pc:sldChg>
      <pc:sldChg chg="add">
        <pc:chgData name="Zonghua Gu" userId="9a7e1853e1951ef5" providerId="LiveId" clId="{CF1FAA12-072C-4ED5-BA76-0FFFAEFDB88A}" dt="2025-10-04T20:52:36.750" v="920"/>
        <pc:sldMkLst>
          <pc:docMk/>
          <pc:sldMk cId="1002974014" sldId="7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2036-57E8-E006-F2B6-1D42B0FD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4ACF-D534-FB9F-4019-35120748A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241FA-60F4-CA54-5FE1-090B067BE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D12C-113C-590C-F762-9AE2C0DCD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2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046" y="1803422"/>
            <a:ext cx="3645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Floating-point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3E96F5C-FC35-378C-26EB-F03DC07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000" baseline="30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lang="en-US" altLang="zh-CN" sz="105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10.746×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10.746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×8×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34325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61" y="1219201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87310" cy="990600"/>
          </a:xfrm>
        </p:spPr>
        <p:txBody>
          <a:bodyPr/>
          <a:lstStyle/>
          <a:p>
            <a:r>
              <a:rPr lang="en-US" dirty="0"/>
              <a:t>IEEE Standard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57400" y="4267200"/>
                <a:ext cx="8382000" cy="21355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  <a:p>
                <a:r>
                  <a:rPr lang="en-US" dirty="0"/>
                  <a:t>Fraction is also called significand or mantissa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267200"/>
                <a:ext cx="8382000" cy="2135585"/>
              </a:xfrm>
              <a:prstGeom prst="rect">
                <a:avLst/>
              </a:prstGeom>
              <a:blipFill>
                <a:blip r:embed="rId2"/>
                <a:stretch>
                  <a:fillRect l="-655" t="-1429" b="-3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34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893382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Binary </a:t>
                </a:r>
                <a:r>
                  <a:rPr lang="en-US" sz="2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US" sz="2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10000011</a:t>
                </a:r>
                <a:r>
                  <a:rPr lang="en-US" sz="2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11111110000000000000000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=131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0.1111111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−4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−5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−6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0.9921875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893382"/>
              </a:xfrm>
              <a:blipFill>
                <a:blip r:embed="rId2"/>
                <a:stretch>
                  <a:fillRect l="-556" t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31821"/>
            <a:ext cx="5220629" cy="1369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75F4-E526-1473-6263-AB10E888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0x40920000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8B895-1373-021B-15E1-6EDC308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00100000000000000000000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129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9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0x3F800000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00000000000000000000000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A529-C151-2761-A9E0-930B07EC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A2AC-1EFE-50A9-F487-AFE87D1F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0x41680000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A63CB-E768-A319-0DE1-E5A281C1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10000010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8125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8125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0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14.5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14.5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=1.8125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14.5=1.8125×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(1+0.8125)×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r>
                  <a:rPr lang="en-US" dirty="0"/>
                  <a:t> =&gt; b1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r>
                  <a:rPr lang="en-US" dirty="0"/>
                  <a:t> =&gt; b4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2"/>
                <a:stretch>
                  <a:fillRect l="-294" t="-1460" b="-2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∞+∞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  <a:blipFill>
                <a:blip r:embed="rId3"/>
                <a:stretch>
                  <a:fillRect l="-770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b="1" dirty="0">
                <a:solidFill>
                  <a:srgbClr val="C00000"/>
                </a:solidFill>
              </a:rPr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3894599"/>
            <a:ext cx="402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.</m:t>
                      </m:r>
                      <m:r>
                        <a:rPr lang="en-US" sz="2400" i="1">
                          <a:latin typeface="Cambria Math"/>
                        </a:rPr>
                        <m:t>18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D135A4-909F-AADF-12B6-5EC390D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67" y="3903066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0 00000001 00000000000000000000000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DD6A-EABD-D849-E186-3BBF3A26889B}"/>
              </a:ext>
            </a:extLst>
          </p:cNvPr>
          <p:cNvSpPr/>
          <p:nvPr/>
        </p:nvSpPr>
        <p:spPr>
          <a:xfrm>
            <a:off x="986197" y="5133941"/>
            <a:ext cx="434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Subnormal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/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149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AB9677DD-76A7-FE8E-2204-92013C8F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33941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0 00000000 00000000000000000000001 </a:t>
            </a:r>
          </a:p>
        </p:txBody>
      </p:sp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To find the largest representable number:</a:t>
                </a:r>
              </a:p>
              <a:p>
                <a:r>
                  <a:rPr lang="en-US" sz="2000" b="1" dirty="0"/>
                  <a:t>Exponent</a:t>
                </a:r>
                <a:r>
                  <a:rPr lang="en-US" sz="2000" dirty="0"/>
                  <a:t> = largest possible </a:t>
                </a:r>
                <a:r>
                  <a:rPr lang="en-US" sz="2000" b="1" dirty="0"/>
                  <a:t>finite</a:t>
                </a:r>
                <a:r>
                  <a:rPr lang="en-US" sz="2000" dirty="0"/>
                  <a:t> value = 254 (since 255 is reserved for infinity and </a:t>
                </a:r>
                <a:r>
                  <a:rPr lang="en-US" sz="2000" dirty="0" err="1"/>
                  <a:t>NaN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Mantissa</a:t>
                </a:r>
                <a:r>
                  <a:rPr lang="en-US" sz="2000" dirty="0"/>
                  <a:t> = all 1s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11111111111111111111111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</m:e>
                    </m:d>
                  </m:oMath>
                </a14:m>
                <a:endParaRPr lang="ar-AE" sz="2000" dirty="0"/>
              </a:p>
              <a:p>
                <a:r>
                  <a:rPr lang="en-US" sz="2000" b="1" dirty="0"/>
                  <a:t>Numbers farthest from zero: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</m:t>
                          </m:r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</m:t>
                      </m:r>
                      <m:r>
                        <a:rPr lang="en-US" sz="2000" i="1">
                          <a:latin typeface="Cambria Math"/>
                        </a:rPr>
                        <m:t>3</m:t>
                      </m:r>
                      <m:r>
                        <a:rPr lang="en-US" sz="2000" i="1">
                          <a:latin typeface="Cambria Math"/>
                        </a:rPr>
                        <m:t>.</m:t>
                      </m:r>
                      <m:r>
                        <a:rPr lang="en-US" sz="2000" i="1">
                          <a:latin typeface="Cambria Math"/>
                        </a:rPr>
                        <m:t>40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  <a:blipFill>
                <a:blip r:embed="rId3"/>
                <a:stretch>
                  <a:fillRect l="-620" t="-1818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1049000" cy="4023360"/>
          </a:xfrm>
        </p:spPr>
        <p:txBody>
          <a:bodyPr/>
          <a:lstStyle/>
          <a:p>
            <a:r>
              <a:rPr lang="en-US" dirty="0"/>
              <a:t>Given a hypothetical five-bit floating-point system (similar to IEEE 754).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1981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3824</TotalTime>
  <Words>742</Words>
  <Application>Microsoft Office PowerPoint</Application>
  <PresentationFormat>Widescreen</PresentationFormat>
  <Paragraphs>119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Normalization</vt:lpstr>
      <vt:lpstr>IEEE Standard 754</vt:lpstr>
      <vt:lpstr>Decoding 0xC1FF0000  into a floating-point number</vt:lpstr>
      <vt:lpstr>Decoding 0x40920000 into a floating-point number</vt:lpstr>
      <vt:lpstr>Decoding 0x3F800000 into a floating-point number</vt:lpstr>
      <vt:lpstr>Decoding 0x41680000 into a floating-point number</vt:lpstr>
      <vt:lpstr>Encoding 14.5 into IEEE Std 754 Single-Precision</vt:lpstr>
      <vt:lpstr>Special Values</vt:lpstr>
      <vt:lpstr>Subnormalized Float Number</vt:lpstr>
      <vt:lpstr>Overflow and Underflow</vt:lpstr>
      <vt:lpstr>Overflow and Underflow</vt:lpstr>
      <vt:lpstr>Resolution</vt:lpstr>
      <vt:lpstr>Tradeoff between Range and Precision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292</cp:revision>
  <dcterms:created xsi:type="dcterms:W3CDTF">2013-02-03T05:36:57Z</dcterms:created>
  <dcterms:modified xsi:type="dcterms:W3CDTF">2025-10-04T20:52:41Z</dcterms:modified>
</cp:coreProperties>
</file>