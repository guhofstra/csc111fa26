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381" r:id="rId3"/>
    <p:sldId id="377" r:id="rId4"/>
    <p:sldId id="378" r:id="rId5"/>
    <p:sldId id="382" r:id="rId6"/>
    <p:sldId id="383" r:id="rId7"/>
    <p:sldId id="384" r:id="rId8"/>
    <p:sldId id="342" r:id="rId9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A310F-373F-47B1-8161-B63F3AC73075}" v="23" dt="2025-09-24T22:58:30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84575" autoAdjust="0"/>
  </p:normalViewPr>
  <p:slideViewPr>
    <p:cSldViewPr>
      <p:cViewPr varScale="1">
        <p:scale>
          <a:sx n="70" d="100"/>
          <a:sy n="70" d="100"/>
        </p:scale>
        <p:origin x="193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 sldOrd">
      <pc:chgData name="Zonghua Gu" userId="9a7e1853e1951ef5" providerId="LiveId" clId="{CF1FAA12-072C-4ED5-BA76-0FFFAEFDB88A}" dt="2025-09-24T22:58:43.643" v="1592" actId="1076"/>
      <pc:docMkLst>
        <pc:docMk/>
      </pc:docMkLst>
      <pc:sldChg chg="addSp modSp mod">
        <pc:chgData name="Zonghua Gu" userId="9a7e1853e1951ef5" providerId="LiveId" clId="{CF1FAA12-072C-4ED5-BA76-0FFFAEFDB88A}" dt="2025-09-23T18:53:56.957" v="1498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18T01:39:23.505" v="1216" actId="20577"/>
          <ac:spMkLst>
            <pc:docMk/>
            <pc:sldMk cId="1683281344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17T21:21:39.717" v="1199" actId="20577"/>
          <ac:spMkLst>
            <pc:docMk/>
            <pc:sldMk cId="1683281344" sldId="256"/>
            <ac:spMk id="3" creationId="{00000000-0000-0000-0000-000000000000}"/>
          </ac:spMkLst>
        </pc:spChg>
        <pc:spChg chg="mod">
          <ac:chgData name="Zonghua Gu" userId="9a7e1853e1951ef5" providerId="LiveId" clId="{CF1FAA12-072C-4ED5-BA76-0FFFAEFDB88A}" dt="2025-09-23T18:53:56.957" v="1498" actId="20577"/>
          <ac:spMkLst>
            <pc:docMk/>
            <pc:sldMk cId="1683281344" sldId="256"/>
            <ac:spMk id="6" creationId="{00000000-0000-0000-0000-000000000000}"/>
          </ac:spMkLst>
        </pc:spChg>
        <pc:spChg chg="add mod">
          <ac:chgData name="Zonghua Gu" userId="9a7e1853e1951ef5" providerId="LiveId" clId="{CF1FAA12-072C-4ED5-BA76-0FFFAEFDB88A}" dt="2025-09-17T21:21:25.145" v="1175" actId="1076"/>
          <ac:spMkLst>
            <pc:docMk/>
            <pc:sldMk cId="1683281344" sldId="256"/>
            <ac:spMk id="7" creationId="{CDF938EB-593A-3F78-8471-70DE26383963}"/>
          </ac:spMkLst>
        </pc:spChg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66800616" sldId="269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502343479" sldId="275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086055198" sldId="277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146583954" sldId="282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3856419856" sldId="284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3410570449" sldId="285"/>
        </pc:sldMkLst>
      </pc:sldChg>
      <pc:sldChg chg="del modNotesTx">
        <pc:chgData name="Zonghua Gu" userId="9a7e1853e1951ef5" providerId="LiveId" clId="{CF1FAA12-072C-4ED5-BA76-0FFFAEFDB88A}" dt="2025-09-23T18:50:05.020" v="1467" actId="47"/>
        <pc:sldMkLst>
          <pc:docMk/>
          <pc:sldMk cId="1977878706" sldId="292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319237102" sldId="297"/>
        </pc:sldMkLst>
      </pc:sldChg>
      <pc:sldChg chg="modSp del mod modNotesTx">
        <pc:chgData name="Zonghua Gu" userId="9a7e1853e1951ef5" providerId="LiveId" clId="{CF1FAA12-072C-4ED5-BA76-0FFFAEFDB88A}" dt="2025-09-23T18:50:05.020" v="1467" actId="47"/>
        <pc:sldMkLst>
          <pc:docMk/>
          <pc:sldMk cId="2121641431" sldId="298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209600006" sldId="299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03524775" sldId="300"/>
        </pc:sldMkLst>
      </pc:sldChg>
      <pc:sldChg chg="del">
        <pc:chgData name="Zonghua Gu" userId="9a7e1853e1951ef5" providerId="LiveId" clId="{CF1FAA12-072C-4ED5-BA76-0FFFAEFDB88A}" dt="2025-09-17T18:15:27.095" v="199" actId="47"/>
        <pc:sldMkLst>
          <pc:docMk/>
          <pc:sldMk cId="2550961529" sldId="301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735132193" sldId="303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809613256" sldId="304"/>
        </pc:sldMkLst>
      </pc:sldChg>
      <pc:sldChg chg="modSp del mod">
        <pc:chgData name="Zonghua Gu" userId="9a7e1853e1951ef5" providerId="LiveId" clId="{CF1FAA12-072C-4ED5-BA76-0FFFAEFDB88A}" dt="2025-09-23T18:50:05.020" v="1467" actId="47"/>
        <pc:sldMkLst>
          <pc:docMk/>
          <pc:sldMk cId="3184454" sldId="313"/>
        </pc:sldMkLst>
      </pc:sldChg>
      <pc:sldChg chg="del">
        <pc:chgData name="Zonghua Gu" userId="9a7e1853e1951ef5" providerId="LiveId" clId="{CF1FAA12-072C-4ED5-BA76-0FFFAEFDB88A}" dt="2025-09-17T19:56:27.968" v="1173" actId="2696"/>
        <pc:sldMkLst>
          <pc:docMk/>
          <pc:sldMk cId="207599578" sldId="317"/>
        </pc:sldMkLst>
      </pc:sldChg>
      <pc:sldChg chg="del">
        <pc:chgData name="Zonghua Gu" userId="9a7e1853e1951ef5" providerId="LiveId" clId="{CF1FAA12-072C-4ED5-BA76-0FFFAEFDB88A}" dt="2025-09-17T19:56:27.968" v="1173" actId="2696"/>
        <pc:sldMkLst>
          <pc:docMk/>
          <pc:sldMk cId="2069787402" sldId="318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956433268" sldId="321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2653589447" sldId="322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667703659" sldId="323"/>
        </pc:sldMkLst>
      </pc:sldChg>
      <pc:sldChg chg="modSp del mod">
        <pc:chgData name="Zonghua Gu" userId="9a7e1853e1951ef5" providerId="LiveId" clId="{CF1FAA12-072C-4ED5-BA76-0FFFAEFDB88A}" dt="2025-09-23T18:50:05.020" v="1467" actId="47"/>
        <pc:sldMkLst>
          <pc:docMk/>
          <pc:sldMk cId="2924045303" sldId="324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2331627715" sldId="325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3293036044" sldId="326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322116273" sldId="327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601302061" sldId="331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102424687" sldId="332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4291846176" sldId="334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4015228595" sldId="335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1520596659" sldId="336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1090868990" sldId="339"/>
        </pc:sldMkLst>
      </pc:sldChg>
      <pc:sldChg chg="addSp delSp modSp del mod modNotesTx">
        <pc:chgData name="Zonghua Gu" userId="9a7e1853e1951ef5" providerId="LiveId" clId="{CF1FAA12-072C-4ED5-BA76-0FFFAEFDB88A}" dt="2025-09-23T18:50:05.020" v="1467" actId="47"/>
        <pc:sldMkLst>
          <pc:docMk/>
          <pc:sldMk cId="1809958305" sldId="340"/>
        </pc:sldMkLst>
      </pc:sldChg>
      <pc:sldChg chg="modSp add mod ord">
        <pc:chgData name="Zonghua Gu" userId="9a7e1853e1951ef5" providerId="LiveId" clId="{CF1FAA12-072C-4ED5-BA76-0FFFAEFDB88A}" dt="2025-09-23T21:02:22.574" v="1516"/>
        <pc:sldMkLst>
          <pc:docMk/>
          <pc:sldMk cId="3925431262" sldId="342"/>
        </pc:sldMkLst>
        <pc:spChg chg="mod">
          <ac:chgData name="Zonghua Gu" userId="9a7e1853e1951ef5" providerId="LiveId" clId="{CF1FAA12-072C-4ED5-BA76-0FFFAEFDB88A}" dt="2025-09-23T19:54:05.728" v="1507" actId="20577"/>
          <ac:spMkLst>
            <pc:docMk/>
            <pc:sldMk cId="3925431262" sldId="342"/>
            <ac:spMk id="264194" creationId="{00000000-0000-0000-0000-000000000000}"/>
          </ac:spMkLst>
        </pc:spChg>
        <pc:graphicFrameChg chg="mod modGraphic">
          <ac:chgData name="Zonghua Gu" userId="9a7e1853e1951ef5" providerId="LiveId" clId="{CF1FAA12-072C-4ED5-BA76-0FFFAEFDB88A}" dt="2025-09-23T19:54:42.148" v="1511" actId="21"/>
          <ac:graphicFrameMkLst>
            <pc:docMk/>
            <pc:sldMk cId="3925431262" sldId="342"/>
            <ac:graphicFrameMk id="5" creationId="{00000000-0000-0000-0000-000000000000}"/>
          </ac:graphicFrameMkLst>
        </pc:graphicFrameChg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197208543" sldId="343"/>
        </pc:sldMkLst>
      </pc:sldChg>
      <pc:sldChg chg="addSp delSp modSp del mod">
        <pc:chgData name="Zonghua Gu" userId="9a7e1853e1951ef5" providerId="LiveId" clId="{CF1FAA12-072C-4ED5-BA76-0FFFAEFDB88A}" dt="2025-09-23T18:50:05.020" v="1467" actId="47"/>
        <pc:sldMkLst>
          <pc:docMk/>
          <pc:sldMk cId="2051571543" sldId="344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548132547" sldId="345"/>
        </pc:sldMkLst>
      </pc:sldChg>
      <pc:sldChg chg="modSp del mod">
        <pc:chgData name="Zonghua Gu" userId="9a7e1853e1951ef5" providerId="LiveId" clId="{CF1FAA12-072C-4ED5-BA76-0FFFAEFDB88A}" dt="2025-09-23T18:50:05.020" v="1467" actId="47"/>
        <pc:sldMkLst>
          <pc:docMk/>
          <pc:sldMk cId="2237900729" sldId="346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3183429436" sldId="347"/>
        </pc:sldMkLst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680559388" sldId="348"/>
        </pc:sldMkLst>
      </pc:sldChg>
      <pc:sldChg chg="addSp modSp del mod">
        <pc:chgData name="Zonghua Gu" userId="9a7e1853e1951ef5" providerId="LiveId" clId="{CF1FAA12-072C-4ED5-BA76-0FFFAEFDB88A}" dt="2025-09-23T18:50:05.020" v="1467" actId="47"/>
        <pc:sldMkLst>
          <pc:docMk/>
          <pc:sldMk cId="2162368129" sldId="349"/>
        </pc:sldMkLst>
      </pc:sldChg>
      <pc:sldChg chg="modSp add del">
        <pc:chgData name="Zonghua Gu" userId="9a7e1853e1951ef5" providerId="LiveId" clId="{CF1FAA12-072C-4ED5-BA76-0FFFAEFDB88A}" dt="2025-09-24T22:58:03.094" v="1586" actId="47"/>
        <pc:sldMkLst>
          <pc:docMk/>
          <pc:sldMk cId="3829986606" sldId="350"/>
        </pc:sldMkLst>
        <pc:spChg chg="mod">
          <ac:chgData name="Zonghua Gu" userId="9a7e1853e1951ef5" providerId="LiveId" clId="{CF1FAA12-072C-4ED5-BA76-0FFFAEFDB88A}" dt="2025-09-24T22:52:08.735" v="1584"/>
          <ac:spMkLst>
            <pc:docMk/>
            <pc:sldMk cId="3829986606" sldId="350"/>
            <ac:spMk id="2" creationId="{00000000-0000-0000-0000-000000000000}"/>
          </ac:spMkLst>
        </pc:spChg>
      </pc:sldChg>
      <pc:sldChg chg="modSp add del">
        <pc:chgData name="Zonghua Gu" userId="9a7e1853e1951ef5" providerId="LiveId" clId="{CF1FAA12-072C-4ED5-BA76-0FFFAEFDB88A}" dt="2025-09-24T22:58:03.094" v="1586" actId="47"/>
        <pc:sldMkLst>
          <pc:docMk/>
          <pc:sldMk cId="1558414871" sldId="351"/>
        </pc:sldMkLst>
        <pc:spChg chg="mod">
          <ac:chgData name="Zonghua Gu" userId="9a7e1853e1951ef5" providerId="LiveId" clId="{CF1FAA12-072C-4ED5-BA76-0FFFAEFDB88A}" dt="2025-09-23T18:51:25.334" v="1474"/>
          <ac:spMkLst>
            <pc:docMk/>
            <pc:sldMk cId="1558414871" sldId="351"/>
            <ac:spMk id="2" creationId="{00000000-0000-0000-0000-000000000000}"/>
          </ac:spMkLst>
        </pc:spChg>
      </pc:sldChg>
      <pc:sldChg chg="modSp add del mod">
        <pc:chgData name="Zonghua Gu" userId="9a7e1853e1951ef5" providerId="LiveId" clId="{CF1FAA12-072C-4ED5-BA76-0FFFAEFDB88A}" dt="2025-09-24T22:58:03.094" v="1586" actId="47"/>
        <pc:sldMkLst>
          <pc:docMk/>
          <pc:sldMk cId="2171254142" sldId="352"/>
        </pc:sldMkLst>
        <pc:spChg chg="mod">
          <ac:chgData name="Zonghua Gu" userId="9a7e1853e1951ef5" providerId="LiveId" clId="{CF1FAA12-072C-4ED5-BA76-0FFFAEFDB88A}" dt="2025-09-24T22:51:41.126" v="1580" actId="20577"/>
          <ac:spMkLst>
            <pc:docMk/>
            <pc:sldMk cId="2171254142" sldId="352"/>
            <ac:spMk id="14339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09-23T18:50:05.020" v="1467" actId="47"/>
        <pc:sldMkLst>
          <pc:docMk/>
          <pc:sldMk cId="1307188585" sldId="353"/>
        </pc:sldMkLst>
      </pc:sldChg>
      <pc:sldChg chg="modSp add del mod">
        <pc:chgData name="Zonghua Gu" userId="9a7e1853e1951ef5" providerId="LiveId" clId="{CF1FAA12-072C-4ED5-BA76-0FFFAEFDB88A}" dt="2025-09-17T19:10:46.472" v="630" actId="47"/>
        <pc:sldMkLst>
          <pc:docMk/>
          <pc:sldMk cId="2652182247" sldId="354"/>
        </pc:sldMkLst>
      </pc:sldChg>
      <pc:sldChg chg="modSp add del mod">
        <pc:chgData name="Zonghua Gu" userId="9a7e1853e1951ef5" providerId="LiveId" clId="{CF1FAA12-072C-4ED5-BA76-0FFFAEFDB88A}" dt="2025-09-23T18:50:05.020" v="1467" actId="47"/>
        <pc:sldMkLst>
          <pc:docMk/>
          <pc:sldMk cId="1671373347" sldId="355"/>
        </pc:sldMkLst>
      </pc:sldChg>
      <pc:sldChg chg="modSp new del mod">
        <pc:chgData name="Zonghua Gu" userId="9a7e1853e1951ef5" providerId="LiveId" clId="{CF1FAA12-072C-4ED5-BA76-0FFFAEFDB88A}" dt="2025-09-23T18:50:08.223" v="1468" actId="47"/>
        <pc:sldMkLst>
          <pc:docMk/>
          <pc:sldMk cId="3734883149" sldId="356"/>
        </pc:sldMkLst>
      </pc:sldChg>
      <pc:sldChg chg="new del">
        <pc:chgData name="Zonghua Gu" userId="9a7e1853e1951ef5" providerId="LiveId" clId="{CF1FAA12-072C-4ED5-BA76-0FFFAEFDB88A}" dt="2025-09-23T18:30:10.783" v="1231" actId="47"/>
        <pc:sldMkLst>
          <pc:docMk/>
          <pc:sldMk cId="1795096670" sldId="357"/>
        </pc:sldMkLst>
      </pc:sldChg>
      <pc:sldChg chg="modSp add mod">
        <pc:chgData name="Zonghua Gu" userId="9a7e1853e1951ef5" providerId="LiveId" clId="{CF1FAA12-072C-4ED5-BA76-0FFFAEFDB88A}" dt="2025-09-23T18:41:11.855" v="1357" actId="403"/>
        <pc:sldMkLst>
          <pc:docMk/>
          <pc:sldMk cId="2834520986" sldId="377"/>
        </pc:sldMkLst>
        <pc:spChg chg="mod">
          <ac:chgData name="Zonghua Gu" userId="9a7e1853e1951ef5" providerId="LiveId" clId="{CF1FAA12-072C-4ED5-BA76-0FFFAEFDB88A}" dt="2025-09-23T18:41:11.855" v="1357" actId="403"/>
          <ac:spMkLst>
            <pc:docMk/>
            <pc:sldMk cId="2834520986" sldId="377"/>
            <ac:spMk id="2" creationId="{7BAE58F7-DD2C-7131-891F-4C21E8AC642B}"/>
          </ac:spMkLst>
        </pc:spChg>
        <pc:graphicFrameChg chg="mod modGraphic">
          <ac:chgData name="Zonghua Gu" userId="9a7e1853e1951ef5" providerId="LiveId" clId="{CF1FAA12-072C-4ED5-BA76-0FFFAEFDB88A}" dt="2025-09-23T18:40:48.450" v="1355" actId="1076"/>
          <ac:graphicFrameMkLst>
            <pc:docMk/>
            <pc:sldMk cId="2834520986" sldId="377"/>
            <ac:graphicFrameMk id="7" creationId="{2953B4AB-BCAF-439D-6351-9E157BE57934}"/>
          </ac:graphicFrameMkLst>
        </pc:graphicFrameChg>
      </pc:sldChg>
      <pc:sldChg chg="addSp delSp modSp add mod">
        <pc:chgData name="Zonghua Gu" userId="9a7e1853e1951ef5" providerId="LiveId" clId="{CF1FAA12-072C-4ED5-BA76-0FFFAEFDB88A}" dt="2025-09-23T18:52:44.477" v="1483" actId="20577"/>
        <pc:sldMkLst>
          <pc:docMk/>
          <pc:sldMk cId="3787471858" sldId="378"/>
        </pc:sldMkLst>
        <pc:spChg chg="del mod">
          <ac:chgData name="Zonghua Gu" userId="9a7e1853e1951ef5" providerId="LiveId" clId="{CF1FAA12-072C-4ED5-BA76-0FFFAEFDB88A}" dt="2025-09-23T18:48:33.539" v="1439" actId="478"/>
          <ac:spMkLst>
            <pc:docMk/>
            <pc:sldMk cId="3787471858" sldId="378"/>
            <ac:spMk id="2" creationId="{201D7F96-0455-70A0-7B19-6553F987FE47}"/>
          </ac:spMkLst>
        </pc:spChg>
        <pc:spChg chg="add del mod">
          <ac:chgData name="Zonghua Gu" userId="9a7e1853e1951ef5" providerId="LiveId" clId="{CF1FAA12-072C-4ED5-BA76-0FFFAEFDB88A}" dt="2025-09-23T18:48:37.046" v="1440" actId="478"/>
          <ac:spMkLst>
            <pc:docMk/>
            <pc:sldMk cId="3787471858" sldId="378"/>
            <ac:spMk id="5" creationId="{5CF67425-7DAF-5AF9-5D98-6EC87F795DC8}"/>
          </ac:spMkLst>
        </pc:spChg>
        <pc:graphicFrameChg chg="mod modGraphic">
          <ac:chgData name="Zonghua Gu" userId="9a7e1853e1951ef5" providerId="LiveId" clId="{CF1FAA12-072C-4ED5-BA76-0FFFAEFDB88A}" dt="2025-09-23T18:52:44.477" v="1483" actId="20577"/>
          <ac:graphicFrameMkLst>
            <pc:docMk/>
            <pc:sldMk cId="3787471858" sldId="378"/>
            <ac:graphicFrameMk id="7" creationId="{DB4E8B4B-1895-49D3-FD91-59A91C51E14A}"/>
          </ac:graphicFrameMkLst>
        </pc:graphicFrameChg>
      </pc:sldChg>
      <pc:sldChg chg="modSp add del mod">
        <pc:chgData name="Zonghua Gu" userId="9a7e1853e1951ef5" providerId="LiveId" clId="{CF1FAA12-072C-4ED5-BA76-0FFFAEFDB88A}" dt="2025-09-23T19:54:44.484" v="1512" actId="2696"/>
        <pc:sldMkLst>
          <pc:docMk/>
          <pc:sldMk cId="397854206" sldId="379"/>
        </pc:sldMkLst>
        <pc:graphicFrameChg chg="modGraphic">
          <ac:chgData name="Zonghua Gu" userId="9a7e1853e1951ef5" providerId="LiveId" clId="{CF1FAA12-072C-4ED5-BA76-0FFFAEFDB88A}" dt="2025-09-23T18:52:29.648" v="1478" actId="14734"/>
          <ac:graphicFrameMkLst>
            <pc:docMk/>
            <pc:sldMk cId="397854206" sldId="379"/>
            <ac:graphicFrameMk id="7" creationId="{2953B4AB-BCAF-439D-6351-9E157BE57934}"/>
          </ac:graphicFrameMkLst>
        </pc:graphicFrameChg>
      </pc:sldChg>
      <pc:sldChg chg="add del">
        <pc:chgData name="Zonghua Gu" userId="9a7e1853e1951ef5" providerId="LiveId" clId="{CF1FAA12-072C-4ED5-BA76-0FFFAEFDB88A}" dt="2025-09-23T18:52:04.441" v="1476" actId="2696"/>
        <pc:sldMkLst>
          <pc:docMk/>
          <pc:sldMk cId="609625573" sldId="379"/>
        </pc:sldMkLst>
      </pc:sldChg>
      <pc:sldChg chg="addSp modSp new del">
        <pc:chgData name="Zonghua Gu" userId="9a7e1853e1951ef5" providerId="LiveId" clId="{CF1FAA12-072C-4ED5-BA76-0FFFAEFDB88A}" dt="2025-09-24T22:52:02.437" v="1583" actId="47"/>
        <pc:sldMkLst>
          <pc:docMk/>
          <pc:sldMk cId="739921884" sldId="379"/>
        </pc:sldMkLst>
        <pc:picChg chg="add mod">
          <ac:chgData name="Zonghua Gu" userId="9a7e1853e1951ef5" providerId="LiveId" clId="{CF1FAA12-072C-4ED5-BA76-0FFFAEFDB88A}" dt="2025-09-23T21:02:05.255" v="1514"/>
          <ac:picMkLst>
            <pc:docMk/>
            <pc:sldMk cId="739921884" sldId="379"/>
            <ac:picMk id="13" creationId="{FD8C8616-B7E7-A3BB-0015-5BEF34E08A0A}"/>
          </ac:picMkLst>
        </pc:picChg>
      </pc:sldChg>
      <pc:sldChg chg="addSp delSp modSp new add del mod ord">
        <pc:chgData name="Zonghua Gu" userId="9a7e1853e1951ef5" providerId="LiveId" clId="{CF1FAA12-072C-4ED5-BA76-0FFFAEFDB88A}" dt="2025-09-23T21:06:07.837" v="1565" actId="47"/>
        <pc:sldMkLst>
          <pc:docMk/>
          <pc:sldMk cId="3992443674" sldId="380"/>
        </pc:sldMkLst>
        <pc:spChg chg="add mod">
          <ac:chgData name="Zonghua Gu" userId="9a7e1853e1951ef5" providerId="LiveId" clId="{CF1FAA12-072C-4ED5-BA76-0FFFAEFDB88A}" dt="2025-09-23T21:05:09.685" v="1532" actId="1076"/>
          <ac:spMkLst>
            <pc:docMk/>
            <pc:sldMk cId="3992443674" sldId="380"/>
            <ac:spMk id="5" creationId="{D82D1E2E-AAD8-53D9-74D3-7BCA080F8190}"/>
          </ac:spMkLst>
        </pc:spChg>
        <pc:picChg chg="add">
          <ac:chgData name="Zonghua Gu" userId="9a7e1853e1951ef5" providerId="LiveId" clId="{CF1FAA12-072C-4ED5-BA76-0FFFAEFDB88A}" dt="2025-09-23T21:05:37.877" v="1550" actId="22"/>
          <ac:picMkLst>
            <pc:docMk/>
            <pc:sldMk cId="3992443674" sldId="380"/>
            <ac:picMk id="7" creationId="{6BAB07B8-7E2D-6BA1-B85B-F38D925F02C3}"/>
          </ac:picMkLst>
        </pc:picChg>
        <pc:picChg chg="add del">
          <ac:chgData name="Zonghua Gu" userId="9a7e1853e1951ef5" providerId="LiveId" clId="{CF1FAA12-072C-4ED5-BA76-0FFFAEFDB88A}" dt="2025-09-23T21:05:37.582" v="1549" actId="478"/>
          <ac:picMkLst>
            <pc:docMk/>
            <pc:sldMk cId="3992443674" sldId="380"/>
            <ac:picMk id="1026" creationId="{C66504E7-7308-EBA7-6727-BDBA5D130FCA}"/>
          </ac:picMkLst>
        </pc:picChg>
      </pc:sldChg>
      <pc:sldChg chg="addSp modSp new mod ord">
        <pc:chgData name="Zonghua Gu" userId="9a7e1853e1951ef5" providerId="LiveId" clId="{CF1FAA12-072C-4ED5-BA76-0FFFAEFDB88A}" dt="2025-09-24T22:52:00.692" v="1582"/>
        <pc:sldMkLst>
          <pc:docMk/>
          <pc:sldMk cId="2452138352" sldId="381"/>
        </pc:sldMkLst>
        <pc:spChg chg="mod">
          <ac:chgData name="Zonghua Gu" userId="9a7e1853e1951ef5" providerId="LiveId" clId="{CF1FAA12-072C-4ED5-BA76-0FFFAEFDB88A}" dt="2025-09-23T21:06:21.965" v="1577" actId="20577"/>
          <ac:spMkLst>
            <pc:docMk/>
            <pc:sldMk cId="2452138352" sldId="381"/>
            <ac:spMk id="2" creationId="{B973A519-DBC1-4403-2E8B-B6BADD69B0EA}"/>
          </ac:spMkLst>
        </pc:spChg>
        <pc:spChg chg="mod">
          <ac:chgData name="Zonghua Gu" userId="9a7e1853e1951ef5" providerId="LiveId" clId="{CF1FAA12-072C-4ED5-BA76-0FFFAEFDB88A}" dt="2025-09-23T21:05:57.315" v="1561" actId="27636"/>
          <ac:spMkLst>
            <pc:docMk/>
            <pc:sldMk cId="2452138352" sldId="381"/>
            <ac:spMk id="4" creationId="{4C571F98-40C3-8109-24BE-24A75ED061CF}"/>
          </ac:spMkLst>
        </pc:spChg>
        <pc:picChg chg="add mod">
          <ac:chgData name="Zonghua Gu" userId="9a7e1853e1951ef5" providerId="LiveId" clId="{CF1FAA12-072C-4ED5-BA76-0FFFAEFDB88A}" dt="2025-09-23T21:05:58.238" v="1562" actId="1076"/>
          <ac:picMkLst>
            <pc:docMk/>
            <pc:sldMk cId="2452138352" sldId="381"/>
            <ac:picMk id="6" creationId="{80168489-8B57-7C2E-A280-C2FCA5EA7443}"/>
          </ac:picMkLst>
        </pc:picChg>
      </pc:sldChg>
      <pc:sldChg chg="modSp add mod">
        <pc:chgData name="Zonghua Gu" userId="9a7e1853e1951ef5" providerId="LiveId" clId="{CF1FAA12-072C-4ED5-BA76-0FFFAEFDB88A}" dt="2025-09-24T22:58:43.643" v="1592" actId="1076"/>
        <pc:sldMkLst>
          <pc:docMk/>
          <pc:sldMk cId="2083494270" sldId="382"/>
        </pc:sldMkLst>
        <pc:spChg chg="mod">
          <ac:chgData name="Zonghua Gu" userId="9a7e1853e1951ef5" providerId="LiveId" clId="{CF1FAA12-072C-4ED5-BA76-0FFFAEFDB88A}" dt="2025-09-24T22:58:24.566" v="1588" actId="20577"/>
          <ac:spMkLst>
            <pc:docMk/>
            <pc:sldMk cId="2083494270" sldId="382"/>
            <ac:spMk id="14339" creationId="{00000000-0000-0000-0000-000000000000}"/>
          </ac:spMkLst>
        </pc:spChg>
        <pc:grpChg chg="mod">
          <ac:chgData name="Zonghua Gu" userId="9a7e1853e1951ef5" providerId="LiveId" clId="{CF1FAA12-072C-4ED5-BA76-0FFFAEFDB88A}" dt="2025-09-24T22:58:43.643" v="1592" actId="1076"/>
          <ac:grpSpMkLst>
            <pc:docMk/>
            <pc:sldMk cId="2083494270" sldId="382"/>
            <ac:grpSpMk id="4" creationId="{00000000-0000-0000-0000-000000000000}"/>
          </ac:grpSpMkLst>
        </pc:grpChg>
      </pc:sldChg>
      <pc:sldChg chg="modSp add">
        <pc:chgData name="Zonghua Gu" userId="9a7e1853e1951ef5" providerId="LiveId" clId="{CF1FAA12-072C-4ED5-BA76-0FFFAEFDB88A}" dt="2025-09-24T22:58:28.190" v="1589"/>
        <pc:sldMkLst>
          <pc:docMk/>
          <pc:sldMk cId="2158482455" sldId="383"/>
        </pc:sldMkLst>
        <pc:spChg chg="mod">
          <ac:chgData name="Zonghua Gu" userId="9a7e1853e1951ef5" providerId="LiveId" clId="{CF1FAA12-072C-4ED5-BA76-0FFFAEFDB88A}" dt="2025-09-24T22:58:28.190" v="1589"/>
          <ac:spMkLst>
            <pc:docMk/>
            <pc:sldMk cId="2158482455" sldId="383"/>
            <ac:spMk id="2" creationId="{00000000-0000-0000-0000-000000000000}"/>
          </ac:spMkLst>
        </pc:spChg>
      </pc:sldChg>
      <pc:sldChg chg="modSp add">
        <pc:chgData name="Zonghua Gu" userId="9a7e1853e1951ef5" providerId="LiveId" clId="{CF1FAA12-072C-4ED5-BA76-0FFFAEFDB88A}" dt="2025-09-24T22:58:30.574" v="1590"/>
        <pc:sldMkLst>
          <pc:docMk/>
          <pc:sldMk cId="4167967629" sldId="384"/>
        </pc:sldMkLst>
        <pc:spChg chg="mod">
          <ac:chgData name="Zonghua Gu" userId="9a7e1853e1951ef5" providerId="LiveId" clId="{CF1FAA12-072C-4ED5-BA76-0FFFAEFDB88A}" dt="2025-09-24T22:58:30.574" v="1590"/>
          <ac:spMkLst>
            <pc:docMk/>
            <pc:sldMk cId="4167967629" sldId="384"/>
            <ac:spMk id="2" creationId="{00000000-0000-0000-0000-000000000000}"/>
          </ac:spMkLst>
        </pc:spChg>
      </pc:sldChg>
      <pc:sldMasterChg chg="delSldLayout">
        <pc:chgData name="Zonghua Gu" userId="9a7e1853e1951ef5" providerId="LiveId" clId="{CF1FAA12-072C-4ED5-BA76-0FFFAEFDB88A}" dt="2025-09-23T18:50:05.020" v="1467" actId="47"/>
        <pc:sldMasterMkLst>
          <pc:docMk/>
          <pc:sldMasterMk cId="0" sldId="2147483660"/>
        </pc:sldMasterMkLst>
        <pc:sldLayoutChg chg="del">
          <pc:chgData name="Zonghua Gu" userId="9a7e1853e1951ef5" providerId="LiveId" clId="{CF1FAA12-072C-4ED5-BA76-0FFFAEFDB88A}" dt="2025-09-23T18:50:05.020" v="1467" actId="47"/>
          <pc:sldLayoutMkLst>
            <pc:docMk/>
            <pc:sldMasterMk cId="0" sldId="2147483660"/>
            <pc:sldLayoutMk cId="1858514557" sldId="2147483672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https://eclecticlight.co/2021/06/23/code-in-arm-assembly-controlling-flow/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46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96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E78A-8959-9F38-DC57-514D82DC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8DB0-637E-3279-FC29-7939190E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D0C0E-F6AF-C010-7E7C-010C0378A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pseudo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AD7A5-1D2A-FC7A-3517-647B8F7D4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1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effectLst/>
              </a:rPr>
              <a:t>LR does not have to contain the same value after a subroutine has completed.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02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300" y="1828800"/>
            <a:ext cx="423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ARM </a:t>
            </a:r>
            <a:r>
              <a:rPr lang="en-US" sz="2400" b="1">
                <a:solidFill>
                  <a:srgbClr val="C00000"/>
                </a:solidFill>
              </a:rPr>
              <a:t>Instruction References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A519-DBC1-4403-2E8B-B6BADD69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NZCV Flags in </a:t>
            </a:r>
            <a:r>
              <a:rPr lang="en-US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2D03D-6F8E-1055-AD43-53C02477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71F98-40C3-8109-24BE-24A75ED06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910806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/>
              <a:t>N</a:t>
            </a:r>
            <a:r>
              <a:rPr lang="en-US" sz="2800" dirty="0"/>
              <a:t> (negative) – set (1) when a signed result is negative, otherwise cleared (0).</a:t>
            </a:r>
          </a:p>
          <a:p>
            <a:r>
              <a:rPr lang="en-US" sz="2800" b="1" dirty="0"/>
              <a:t>Z</a:t>
            </a:r>
            <a:r>
              <a:rPr lang="en-US" sz="2800" dirty="0"/>
              <a:t> (zero) – set (1) when a result is 0, otherwise cleared (0).</a:t>
            </a:r>
          </a:p>
          <a:p>
            <a:r>
              <a:rPr lang="en-US" sz="2800" b="1" dirty="0"/>
              <a:t>C</a:t>
            </a:r>
            <a:r>
              <a:rPr lang="en-US" sz="28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2800" b="1" dirty="0"/>
              <a:t>V</a:t>
            </a:r>
            <a:r>
              <a:rPr lang="en-US" sz="2800" dirty="0"/>
              <a:t> (overflow) – set (1) when an add- or subtract-based operation generates a signed overflow, otherwise cleared (0).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68489-8B57-7C2E-A280-C2FCA5EA7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016795"/>
            <a:ext cx="5940553" cy="240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3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41" y="-457200"/>
            <a:ext cx="8839201" cy="91440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Common ARM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976410"/>
              </p:ext>
            </p:extLst>
          </p:nvPr>
        </p:nvGraphicFramePr>
        <p:xfrm>
          <a:off x="152399" y="528506"/>
          <a:ext cx="8839201" cy="61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n-US" sz="1600" dirty="0"/>
                        <a:t>Memory Access (Load and 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[Mem] ; Mem is a global variable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[Mem] ← [r4]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[r3]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[[r3]] ; register indirect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[r3, #4]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[[r3] + 4] ← [r4] ; register indirect with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10 ; 8-bit literal,  can be shifted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Load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load address of label Mem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Arithmetic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+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* [r3] (32-bit product)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-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Compare (sets condition codes)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CMP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 dirty="0"/>
                        <a:t>BGT LABEL</a:t>
                      </a:r>
                    </a:p>
                    <a:p>
                      <a:r>
                        <a:rPr lang="nb-NO" sz="1600" dirty="0"/>
                        <a:t>(BGE, BLT, BLE, BEQ, BNE)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Branch to LABEL based on condition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Unconditional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</a:t>
                      </a:r>
                      <a:r>
                        <a:rPr lang="en-US" sz="1600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Always Branch to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3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52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DB22-B39D-6C52-C5FC-C1203B22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7925A-A09C-1C20-A41D-CDAB50E3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E8B4B-1895-49D3-FD91-59A91C51E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254509"/>
              </p:ext>
            </p:extLst>
          </p:nvPr>
        </p:nvGraphicFramePr>
        <p:xfrm>
          <a:off x="152399" y="148174"/>
          <a:ext cx="8839201" cy="65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57294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Logical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AND)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#0xFF000000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FF000000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ORR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EOR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XOR)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BIC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(NOT [r3]) (clear bits set in r3)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MVN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(NOT) [r2] (Flip all bits)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Shift and Rotate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 r4, r5, LSL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3 positions. 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LSL r6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the number of positions specified in register r6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←logical shift right r5 by 3 positions.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ASR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arithmetic shift right r5 by 3 positions. (Shift with sign-extend)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ROR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rotate right r5 by 3 positions. (Circulate shift)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AND r4, r5, r6, LSL #2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Shifts can operate on 3rd register operand of arithmetic or logical instruction, e.g., r4 ← r5 AND (logical shift left r6 by 2 positions)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47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Branch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1567"/>
          <a:ext cx="8382000" cy="4996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4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9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Flags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79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Unconditional Branch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to label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95">
                <a:tc rowSpan="1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Conditional Branch 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BEQ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EQ</a:t>
                      </a:r>
                      <a:r>
                        <a:rPr lang="en-US" sz="1600" dirty="0" err="1">
                          <a:effectLst/>
                        </a:rPr>
                        <a:t>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BNE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en-US" sz="1600" dirty="0">
                          <a:effectLst/>
                        </a:rPr>
                        <a:t>ot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H</a:t>
                      </a:r>
                      <a:r>
                        <a:rPr lang="en-US" sz="1600" dirty="0">
                          <a:effectLst/>
                        </a:rPr>
                        <a:t>igher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LO</a:t>
                      </a:r>
                      <a:r>
                        <a:rPr lang="en-US" sz="1600" dirty="0" err="1">
                          <a:effectLst/>
                        </a:rPr>
                        <a:t>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BMI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MI</a:t>
                      </a:r>
                      <a:r>
                        <a:rPr lang="en-US" sz="1600" dirty="0" err="1">
                          <a:effectLst/>
                        </a:rPr>
                        <a:t>nus</a:t>
                      </a:r>
                      <a:r>
                        <a:rPr lang="en-US" sz="1600" dirty="0">
                          <a:effectLst/>
                        </a:rPr>
                        <a:t> (Negative)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BPL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PL</a:t>
                      </a:r>
                      <a:r>
                        <a:rPr lang="en-US" sz="1600" dirty="0" err="1">
                          <a:effectLst/>
                        </a:rPr>
                        <a:t>us</a:t>
                      </a:r>
                      <a:r>
                        <a:rPr lang="en-US" sz="1600" dirty="0">
                          <a:effectLst/>
                        </a:rPr>
                        <a:t> (Positive or Zero)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et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r>
                        <a:rPr lang="en-US" sz="1600" dirty="0">
                          <a:effectLst/>
                        </a:rPr>
                        <a:t>lear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HI</a:t>
                      </a:r>
                      <a:r>
                        <a:rPr lang="en-US" sz="1600" dirty="0" err="1">
                          <a:effectLst/>
                        </a:rPr>
                        <a:t>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 &amp; 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ower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 or 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!=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 &amp; 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than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 or N = !V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48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Conditional Execution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1447800"/>
          <a:ext cx="8534400" cy="4572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Condition</a:t>
                      </a:r>
                      <a:endParaRPr lang="en-US" sz="16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Flag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ADDEQ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Not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Higher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ADDLO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ADDMI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Minus (Negative)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ADDPL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PLus (Positive or Zero)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Set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1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ADDVC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Clear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HIgher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 &amp; Z = 0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Lower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 or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or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!=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Than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 &amp;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 or Equal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 or N = !V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96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ARM Procedure Call Standard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728495"/>
              </p:ext>
            </p:extLst>
          </p:nvPr>
        </p:nvGraphicFramePr>
        <p:xfrm>
          <a:off x="76201" y="1219201"/>
          <a:ext cx="8991599" cy="49427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6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0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Register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Subroutine Preserved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Notes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effectLst/>
                        </a:rPr>
                        <a:t>and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return value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return has 64 bits, then r0:r1 hold it. If argument 1 has 64 bits, r0:r1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 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sz="1800" b="1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the return has 128 bits, r0-r3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more than 4 arguments, use the stack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V1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1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V2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2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V3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3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V4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4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V5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5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r9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Platform specific/V6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Usage is platform-dependent.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r10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V7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7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V8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8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 (IP)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Intra-procedure-call register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It holds intermediate values between a procedure and the sub-procedure it calls.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r13 (SP)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Stack pointer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SP has to be the same after a subroutine has completed.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 (LR)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Link register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Receives return address on BL call to procedure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 (PC)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Program counter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Do not directly change PC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431262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3361</TotalTime>
  <Words>1589</Words>
  <Application>Microsoft Office PowerPoint</Application>
  <PresentationFormat>On-screen Show (4:3)</PresentationFormat>
  <Paragraphs>311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Bookman Old Style (Headings)</vt:lpstr>
      <vt:lpstr>Gill Sans Light</vt:lpstr>
      <vt:lpstr>Gill Sans MT (Body)</vt:lpstr>
      <vt:lpstr>Bookman Old Style</vt:lpstr>
      <vt:lpstr>Calibri</vt:lpstr>
      <vt:lpstr>Consolas</vt:lpstr>
      <vt:lpstr>Gill Sans MT</vt:lpstr>
      <vt:lpstr>Palatino Linotype</vt:lpstr>
      <vt:lpstr>Wingdings</vt:lpstr>
      <vt:lpstr>Wingdings 3</vt:lpstr>
      <vt:lpstr>Origin</vt:lpstr>
      <vt:lpstr>Z. Gu</vt:lpstr>
      <vt:lpstr>NZCV Flags in xPSR</vt:lpstr>
      <vt:lpstr>Common ARM Instructions</vt:lpstr>
      <vt:lpstr>PowerPoint Presentation</vt:lpstr>
      <vt:lpstr>Ch6 ARM Flow Control: Condition Codes </vt:lpstr>
      <vt:lpstr>Ch6 ARM Flow Control: Branch Instructions</vt:lpstr>
      <vt:lpstr>Ch6 ARM Flow Control: Conditional Execution</vt:lpstr>
      <vt:lpstr>Ch8 ARM Procedure Call Standard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217</cp:revision>
  <cp:lastPrinted>2018-02-28T12:51:32Z</cp:lastPrinted>
  <dcterms:created xsi:type="dcterms:W3CDTF">2014-02-09T17:12:51Z</dcterms:created>
  <dcterms:modified xsi:type="dcterms:W3CDTF">2025-09-24T22:58:49Z</dcterms:modified>
</cp:coreProperties>
</file>