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363" r:id="rId3"/>
    <p:sldId id="356" r:id="rId4"/>
    <p:sldId id="3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12-30T22:44:43.343" v="3" actId="47"/>
      <pc:docMkLst>
        <pc:docMk/>
      </pc:docMkLst>
      <pc:sldChg chg="modSp mod">
        <pc:chgData name="Zonghua Gu" userId="9a7e1853e1951ef5" providerId="LiveId" clId="{CF1FAA12-072C-4ED5-BA76-0FFFAEFDB88A}" dt="2025-12-30T22:44:36.956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2:44:36.956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44:41.986" v="2" actId="47"/>
        <pc:sldMkLst>
          <pc:docMk/>
          <pc:sldMk cId="1239709488" sldId="357"/>
        </pc:sldMkLst>
      </pc:sldChg>
      <pc:sldChg chg="del">
        <pc:chgData name="Zonghua Gu" userId="9a7e1853e1951ef5" providerId="LiveId" clId="{CF1FAA12-072C-4ED5-BA76-0FFFAEFDB88A}" dt="2025-12-30T22:44:43.343" v="3" actId="47"/>
        <pc:sldMkLst>
          <pc:docMk/>
          <pc:sldMk cId="670903100" sldId="359"/>
        </pc:sldMkLst>
      </pc:sldChg>
      <pc:sldChg chg="del">
        <pc:chgData name="Zonghua Gu" userId="9a7e1853e1951ef5" providerId="LiveId" clId="{CF1FAA12-072C-4ED5-BA76-0FFFAEFDB88A}" dt="2025-12-30T22:44:40.858" v="1" actId="47"/>
        <pc:sldMkLst>
          <pc:docMk/>
          <pc:sldMk cId="3561992185" sldId="3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82850" y="684213"/>
            <a:ext cx="464978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293</Words>
  <Application>Microsoft Office PowerPoint</Application>
  <PresentationFormat>Widescreen</PresentationFormat>
  <Paragraphs>88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Bookman Old Style (Headings)</vt:lpstr>
      <vt:lpstr>Gill Sans</vt:lpstr>
      <vt:lpstr>Gill Sans Light</vt:lpstr>
      <vt:lpstr>Arial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Question: Endianness</vt:lpstr>
      <vt:lpstr>Question: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300</cp:revision>
  <dcterms:created xsi:type="dcterms:W3CDTF">2013-02-03T05:36:57Z</dcterms:created>
  <dcterms:modified xsi:type="dcterms:W3CDTF">2025-12-30T22:44:45Z</dcterms:modified>
</cp:coreProperties>
</file>