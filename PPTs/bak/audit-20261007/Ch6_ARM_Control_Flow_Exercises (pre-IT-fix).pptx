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52" r:id="rId3"/>
    <p:sldId id="384" r:id="rId4"/>
    <p:sldId id="354" r:id="rId5"/>
    <p:sldId id="257" r:id="rId6"/>
    <p:sldId id="369" r:id="rId7"/>
    <p:sldId id="375" r:id="rId8"/>
    <p:sldId id="380" r:id="rId9"/>
    <p:sldId id="382" r:id="rId10"/>
    <p:sldId id="376" r:id="rId11"/>
    <p:sldId id="361" r:id="rId12"/>
    <p:sldId id="363" r:id="rId13"/>
    <p:sldId id="388" r:id="rId14"/>
    <p:sldId id="368" r:id="rId15"/>
    <p:sldId id="372" r:id="rId16"/>
    <p:sldId id="366" r:id="rId17"/>
    <p:sldId id="367" r:id="rId18"/>
    <p:sldId id="357" r:id="rId19"/>
    <p:sldId id="359" r:id="rId20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520B2-524F-4311-B7DF-3C495128E1DE}" v="2" dt="2025-11-13T22:55:41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79477" autoAdjust="0"/>
  </p:normalViewPr>
  <p:slideViewPr>
    <p:cSldViewPr>
      <p:cViewPr varScale="1">
        <p:scale>
          <a:sx n="65" d="100"/>
          <a:sy n="65" d="100"/>
        </p:scale>
        <p:origin x="208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0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5-11-13T22:55:43.072" v="22" actId="47"/>
      <pc:docMkLst>
        <pc:docMk/>
      </pc:docMkLst>
      <pc:sldChg chg="modSp mod">
        <pc:chgData name="Zonghua Gu" userId="9a7e1853e1951ef5" providerId="LiveId" clId="{CF1FAA12-072C-4ED5-BA76-0FFFAEFDB88A}" dt="2025-11-12T01:04:15.100" v="19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1-12T01:04:15.100" v="19"/>
          <ac:spMkLst>
            <pc:docMk/>
            <pc:sldMk cId="1683281344" sldId="256"/>
            <ac:spMk id="6" creationId="{00000000-0000-0000-0000-000000000000}"/>
          </ac:spMkLst>
        </pc:spChg>
      </pc:sldChg>
      <pc:sldChg chg="new del">
        <pc:chgData name="Zonghua Gu" userId="9a7e1853e1951ef5" providerId="LiveId" clId="{CF1FAA12-072C-4ED5-BA76-0FFFAEFDB88A}" dt="2025-11-13T22:55:43.072" v="22" actId="47"/>
        <pc:sldMkLst>
          <pc:docMk/>
          <pc:sldMk cId="1606220680" sldId="385"/>
        </pc:sldMkLst>
      </pc:sldChg>
      <pc:sldChg chg="add">
        <pc:chgData name="Zonghua Gu" userId="9a7e1853e1951ef5" providerId="LiveId" clId="{CF1FAA12-072C-4ED5-BA76-0FFFAEFDB88A}" dt="2025-11-13T22:55:41.384" v="21"/>
        <pc:sldMkLst>
          <pc:docMk/>
          <pc:sldMk cId="2076517291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2C-E5A2-BA8F-385A-253A9E8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0B468-CEBE-6E74-94E0-101106D7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F83B-79B0-55F5-1F44-B30AEACB7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64B3-1AF1-2B17-D44B-E2C43063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0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11/13/2025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11/13/2025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82" y="1828800"/>
            <a:ext cx="3856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Control Flow in </a:t>
            </a:r>
            <a:r>
              <a:rPr lang="en-US" sz="2400" b="1" dirty="0">
                <a:solidFill>
                  <a:srgbClr val="C00000"/>
                </a:solidFill>
              </a:rPr>
              <a:t>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the equivalent assembly program for this piece of code in C.</a:t>
            </a:r>
          </a:p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03482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 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56626"/>
              </p:ext>
            </p:extLst>
          </p:nvPr>
        </p:nvGraphicFramePr>
        <p:xfrm>
          <a:off x="457200" y="121920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BE30-CE9B-1B6D-6A4A-6B6EA5CC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5490-947F-5AFD-6FE0-9CAFDE4D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A3EFE-5323-ACD8-6FE1-AB4B217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D3EA2-DC46-3341-8CF9-CFCEF1A12B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87FE73-3E90-5E25-A781-0E280587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80933"/>
              </p:ext>
            </p:extLst>
          </p:nvPr>
        </p:nvGraphicFramePr>
        <p:xfrm>
          <a:off x="457200" y="1219200"/>
          <a:ext cx="8229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</a:t>
                      </a:r>
                      <a:r>
                        <a:rPr lang="nn-NO" sz="1600" b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i=i-1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07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C34C-8318-37CF-CF5A-C65D4A6D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22E-7014-BD8E-E9B0-11BB41A1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D004C-3271-3ECE-4454-85192335140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43000"/>
          <a:ext cx="845820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1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d0,d1,...d29,d30,d31.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35721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3811</TotalTime>
  <Words>1952</Words>
  <Application>Microsoft Office PowerPoint</Application>
  <PresentationFormat>On-screen Show (4:3)</PresentationFormat>
  <Paragraphs>332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</vt:lpstr>
      <vt:lpstr>Assembly Program Understanding</vt:lpstr>
      <vt:lpstr>C to Assembly</vt:lpstr>
      <vt:lpstr>C to Assembly</vt:lpstr>
      <vt:lpstr>C to Assembly: What is wrong?</vt:lpstr>
      <vt:lpstr>C to Assembly</vt:lpstr>
      <vt:lpstr>C to Assembly: What is wrong? </vt:lpstr>
      <vt:lpstr>C to Assembly</vt:lpstr>
      <vt:lpstr>C to Assembly</vt:lpstr>
      <vt:lpstr>C to Assembly</vt:lpstr>
      <vt:lpstr>C to Assembly</vt:lpstr>
      <vt:lpstr>Assembly Programming</vt:lpstr>
      <vt:lpstr>Test for Equal</vt:lpstr>
      <vt:lpstr>Summary: Condition Codes </vt:lpstr>
      <vt:lpstr>Conditional Instructions</vt:lpstr>
      <vt:lpstr>Assembly to C</vt:lpstr>
      <vt:lpstr>Conditional Execution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218</cp:revision>
  <cp:lastPrinted>2018-02-28T12:51:32Z</cp:lastPrinted>
  <dcterms:created xsi:type="dcterms:W3CDTF">2014-02-09T17:12:51Z</dcterms:created>
  <dcterms:modified xsi:type="dcterms:W3CDTF">2025-11-13T22:55:43Z</dcterms:modified>
</cp:coreProperties>
</file>