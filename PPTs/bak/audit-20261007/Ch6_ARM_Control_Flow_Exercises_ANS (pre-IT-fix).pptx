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352" r:id="rId3"/>
    <p:sldId id="383" r:id="rId4"/>
    <p:sldId id="384" r:id="rId5"/>
    <p:sldId id="353" r:id="rId6"/>
    <p:sldId id="354" r:id="rId7"/>
    <p:sldId id="355" r:id="rId8"/>
    <p:sldId id="257" r:id="rId9"/>
    <p:sldId id="356" r:id="rId10"/>
    <p:sldId id="391" r:id="rId11"/>
    <p:sldId id="369" r:id="rId12"/>
    <p:sldId id="371" r:id="rId13"/>
    <p:sldId id="375" r:id="rId14"/>
    <p:sldId id="381" r:id="rId15"/>
    <p:sldId id="394" r:id="rId16"/>
    <p:sldId id="396" r:id="rId17"/>
    <p:sldId id="380" r:id="rId18"/>
    <p:sldId id="374" r:id="rId19"/>
    <p:sldId id="395" r:id="rId20"/>
    <p:sldId id="382" r:id="rId21"/>
    <p:sldId id="379" r:id="rId22"/>
    <p:sldId id="376" r:id="rId23"/>
    <p:sldId id="364" r:id="rId24"/>
    <p:sldId id="361" r:id="rId25"/>
    <p:sldId id="362" r:id="rId26"/>
    <p:sldId id="390" r:id="rId27"/>
    <p:sldId id="388" r:id="rId28"/>
    <p:sldId id="387" r:id="rId29"/>
    <p:sldId id="389" r:id="rId30"/>
    <p:sldId id="368" r:id="rId31"/>
    <p:sldId id="370" r:id="rId32"/>
    <p:sldId id="372" r:id="rId33"/>
    <p:sldId id="373" r:id="rId34"/>
    <p:sldId id="366" r:id="rId35"/>
    <p:sldId id="367" r:id="rId36"/>
    <p:sldId id="287" r:id="rId37"/>
    <p:sldId id="357" r:id="rId38"/>
    <p:sldId id="358" r:id="rId39"/>
    <p:sldId id="359" r:id="rId40"/>
    <p:sldId id="360" r:id="rId4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E7D0-C766-4929-9518-A803B162FB6C}" v="40" dt="2025-11-20T23:18:18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87772" autoAdjust="0"/>
  </p:normalViewPr>
  <p:slideViewPr>
    <p:cSldViewPr>
      <p:cViewPr varScale="1">
        <p:scale>
          <a:sx n="93" d="100"/>
          <a:sy n="93" d="100"/>
        </p:scale>
        <p:origin x="220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5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5-12-04T00:49:03.082" v="7129" actId="20577"/>
      <pc:docMkLst>
        <pc:docMk/>
      </pc:docMkLst>
      <pc:sldChg chg="modSp mod">
        <pc:chgData name="Zonghua Gu" userId="9a7e1853e1951ef5" providerId="LiveId" clId="{CF1FAA12-072C-4ED5-BA76-0FFFAEFDB88A}" dt="2025-11-13T23:37:16.362" v="5095" actId="6549"/>
        <pc:sldMkLst>
          <pc:docMk/>
          <pc:sldMk cId="407878083" sldId="257"/>
        </pc:sldMkLst>
        <pc:spChg chg="mod">
          <ac:chgData name="Zonghua Gu" userId="9a7e1853e1951ef5" providerId="LiveId" clId="{CF1FAA12-072C-4ED5-BA76-0FFFAEFDB88A}" dt="2025-11-13T23:37:16.362" v="5095" actId="6549"/>
          <ac:spMkLst>
            <pc:docMk/>
            <pc:sldMk cId="407878083" sldId="257"/>
            <ac:spMk id="4" creationId="{6E242E21-1FD3-CB05-AD91-461DFAA4741E}"/>
          </ac:spMkLst>
        </pc:spChg>
      </pc:sldChg>
      <pc:sldChg chg="modSp mod">
        <pc:chgData name="Zonghua Gu" userId="9a7e1853e1951ef5" providerId="LiveId" clId="{CF1FAA12-072C-4ED5-BA76-0FFFAEFDB88A}" dt="2025-11-13T23:31:07.954" v="4928" actId="20577"/>
        <pc:sldMkLst>
          <pc:docMk/>
          <pc:sldMk cId="188395404" sldId="353"/>
        </pc:sldMkLst>
        <pc:spChg chg="mod">
          <ac:chgData name="Zonghua Gu" userId="9a7e1853e1951ef5" providerId="LiveId" clId="{CF1FAA12-072C-4ED5-BA76-0FFFAEFDB88A}" dt="2025-11-13T23:31:07.954" v="4928" actId="20577"/>
          <ac:spMkLst>
            <pc:docMk/>
            <pc:sldMk cId="188395404" sldId="353"/>
            <ac:spMk id="9" creationId="{098531A2-BA43-5E4B-4A07-833BA3447510}"/>
          </ac:spMkLst>
        </pc:spChg>
        <pc:graphicFrameChg chg="modGraphic">
          <ac:chgData name="Zonghua Gu" userId="9a7e1853e1951ef5" providerId="LiveId" clId="{CF1FAA12-072C-4ED5-BA76-0FFFAEFDB88A}" dt="2025-11-13T23:30:55.718" v="4918" actId="20577"/>
          <ac:graphicFrameMkLst>
            <pc:docMk/>
            <pc:sldMk cId="188395404" sldId="353"/>
            <ac:graphicFrameMk id="5" creationId="{127BD2A0-832C-7F1E-86CB-33A992AE5B67}"/>
          </ac:graphicFrameMkLst>
        </pc:graphicFrameChg>
      </pc:sldChg>
      <pc:sldChg chg="modSp mod">
        <pc:chgData name="Zonghua Gu" userId="9a7e1853e1951ef5" providerId="LiveId" clId="{CF1FAA12-072C-4ED5-BA76-0FFFAEFDB88A}" dt="2025-12-04T00:49:03.082" v="7129" actId="20577"/>
        <pc:sldMkLst>
          <pc:docMk/>
          <pc:sldMk cId="3013293955" sldId="355"/>
        </pc:sldMkLst>
        <pc:spChg chg="mod">
          <ac:chgData name="Zonghua Gu" userId="9a7e1853e1951ef5" providerId="LiveId" clId="{CF1FAA12-072C-4ED5-BA76-0FFFAEFDB88A}" dt="2025-12-04T00:49:03.082" v="7129" actId="20577"/>
          <ac:spMkLst>
            <pc:docMk/>
            <pc:sldMk cId="3013293955" sldId="355"/>
            <ac:spMk id="4" creationId="{BDC308AC-7565-4459-9627-04CB00781A6A}"/>
          </ac:spMkLst>
        </pc:spChg>
      </pc:sldChg>
      <pc:sldChg chg="modSp mod">
        <pc:chgData name="Zonghua Gu" userId="9a7e1853e1951ef5" providerId="LiveId" clId="{CF1FAA12-072C-4ED5-BA76-0FFFAEFDB88A}" dt="2025-11-18T23:22:37.986" v="6197" actId="20577"/>
        <pc:sldMkLst>
          <pc:docMk/>
          <pc:sldMk cId="2876358127" sldId="356"/>
        </pc:sldMkLst>
        <pc:spChg chg="mod">
          <ac:chgData name="Zonghua Gu" userId="9a7e1853e1951ef5" providerId="LiveId" clId="{CF1FAA12-072C-4ED5-BA76-0FFFAEFDB88A}" dt="2025-11-18T23:22:37.986" v="6197" actId="20577"/>
          <ac:spMkLst>
            <pc:docMk/>
            <pc:sldMk cId="2876358127" sldId="356"/>
            <ac:spMk id="9" creationId="{568A4D5B-16CF-C913-A366-B6CD13B41D2B}"/>
          </ac:spMkLst>
        </pc:spChg>
        <pc:graphicFrameChg chg="modGraphic">
          <ac:chgData name="Zonghua Gu" userId="9a7e1853e1951ef5" providerId="LiveId" clId="{CF1FAA12-072C-4ED5-BA76-0FFFAEFDB88A}" dt="2025-11-13T23:39:59.185" v="5164" actId="20577"/>
          <ac:graphicFrameMkLst>
            <pc:docMk/>
            <pc:sldMk cId="2876358127" sldId="356"/>
            <ac:graphicFrameMk id="5" creationId="{B81DD544-8C21-2C0D-D8C9-39D776DE6162}"/>
          </ac:graphicFrameMkLst>
        </pc:graphicFrameChg>
      </pc:sldChg>
      <pc:sldChg chg="addSp delSp modSp mod">
        <pc:chgData name="Zonghua Gu" userId="9a7e1853e1951ef5" providerId="LiveId" clId="{CF1FAA12-072C-4ED5-BA76-0FFFAEFDB88A}" dt="2025-11-20T23:20:31.944" v="7125" actId="1035"/>
        <pc:sldMkLst>
          <pc:docMk/>
          <pc:sldMk cId="3066637480" sldId="358"/>
        </pc:sldMkLst>
        <pc:graphicFrameChg chg="add mod modGraphic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5" creationId="{4492F4A4-9CAB-E225-8865-5019BEAE27B9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6" creationId="{E28C4A95-33F3-BABE-565A-E12BD4DBAF93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7" creationId="{61C10A8C-B88B-BA01-723F-3EF7F7464A2A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8" creationId="{D1C02443-040B-0C53-44B2-CAD7E2F6C144}"/>
          </ac:graphicFrameMkLst>
        </pc:graphicFrameChg>
      </pc:sldChg>
      <pc:sldChg chg="modSp mod">
        <pc:chgData name="Zonghua Gu" userId="9a7e1853e1951ef5" providerId="LiveId" clId="{CF1FAA12-072C-4ED5-BA76-0FFFAEFDB88A}" dt="2025-11-14T23:28:03.602" v="5839" actId="6549"/>
        <pc:sldMkLst>
          <pc:docMk/>
          <pc:sldMk cId="244455839" sldId="361"/>
        </pc:sldMkLst>
        <pc:graphicFrameChg chg="modGraphic">
          <ac:chgData name="Zonghua Gu" userId="9a7e1853e1951ef5" providerId="LiveId" clId="{CF1FAA12-072C-4ED5-BA76-0FFFAEFDB88A}" dt="2025-11-14T23:28:03.602" v="5839" actId="6549"/>
          <ac:graphicFrameMkLst>
            <pc:docMk/>
            <pc:sldMk cId="244455839" sldId="361"/>
            <ac:graphicFrameMk id="5" creationId="{E9861495-0CBB-23AF-BD88-8C94E413DCFA}"/>
          </ac:graphicFrameMkLst>
        </pc:graphicFrameChg>
      </pc:sldChg>
      <pc:sldChg chg="addSp delSp modSp mod">
        <pc:chgData name="Zonghua Gu" userId="9a7e1853e1951ef5" providerId="LiveId" clId="{CF1FAA12-072C-4ED5-BA76-0FFFAEFDB88A}" dt="2025-11-14T00:22:57.732" v="5803" actId="21"/>
        <pc:sldMkLst>
          <pc:docMk/>
          <pc:sldMk cId="1907292877" sldId="362"/>
        </pc:sldMkLst>
        <pc:graphicFrameChg chg="modGraphic">
          <ac:chgData name="Zonghua Gu" userId="9a7e1853e1951ef5" providerId="LiveId" clId="{CF1FAA12-072C-4ED5-BA76-0FFFAEFDB88A}" dt="2025-11-14T00:20:06.998" v="5783" actId="6549"/>
          <ac:graphicFrameMkLst>
            <pc:docMk/>
            <pc:sldMk cId="1907292877" sldId="362"/>
            <ac:graphicFrameMk id="5" creationId="{CE0A734A-5388-0D64-9AF4-4B261562DC3B}"/>
          </ac:graphicFrameMkLst>
        </pc:graphicFrameChg>
      </pc:sldChg>
      <pc:sldChg chg="add">
        <pc:chgData name="Zonghua Gu" userId="9a7e1853e1951ef5" providerId="LiveId" clId="{CF1FAA12-072C-4ED5-BA76-0FFFAEFDB88A}" dt="2025-11-19T00:08:16.599" v="6734"/>
        <pc:sldMkLst>
          <pc:docMk/>
          <pc:sldMk cId="2150964267" sldId="364"/>
        </pc:sldMkLst>
      </pc:sldChg>
      <pc:sldChg chg="modSp mod">
        <pc:chgData name="Zonghua Gu" userId="9a7e1853e1951ef5" providerId="LiveId" clId="{CF1FAA12-072C-4ED5-BA76-0FFFAEFDB88A}" dt="2025-11-19T00:13:50.851" v="6742" actId="20577"/>
        <pc:sldMkLst>
          <pc:docMk/>
          <pc:sldMk cId="3481209508" sldId="368"/>
        </pc:sldMkLst>
        <pc:spChg chg="mod">
          <ac:chgData name="Zonghua Gu" userId="9a7e1853e1951ef5" providerId="LiveId" clId="{CF1FAA12-072C-4ED5-BA76-0FFFAEFDB88A}" dt="2025-11-19T00:13:50.851" v="6742" actId="20577"/>
          <ac:spMkLst>
            <pc:docMk/>
            <pc:sldMk cId="3481209508" sldId="368"/>
            <ac:spMk id="4" creationId="{A9F41425-80C3-BB89-8E06-F17C64CA6E90}"/>
          </ac:spMkLst>
        </pc:spChg>
      </pc:sldChg>
      <pc:sldChg chg="modSp mod">
        <pc:chgData name="Zonghua Gu" userId="9a7e1853e1951ef5" providerId="LiveId" clId="{CF1FAA12-072C-4ED5-BA76-0FFFAEFDB88A}" dt="2025-11-20T23:07:42.686" v="6955" actId="207"/>
        <pc:sldMkLst>
          <pc:docMk/>
          <pc:sldMk cId="3866648740" sldId="370"/>
        </pc:sldMkLst>
        <pc:spChg chg="mod">
          <ac:chgData name="Zonghua Gu" userId="9a7e1853e1951ef5" providerId="LiveId" clId="{CF1FAA12-072C-4ED5-BA76-0FFFAEFDB88A}" dt="2025-11-20T23:07:42.686" v="6955" actId="207"/>
          <ac:spMkLst>
            <pc:docMk/>
            <pc:sldMk cId="3866648740" sldId="370"/>
            <ac:spMk id="5" creationId="{FF7D098B-7A33-76F5-883C-E025A8679A7A}"/>
          </ac:spMkLst>
        </pc:spChg>
      </pc:sldChg>
      <pc:sldChg chg="modSp mod">
        <pc:chgData name="Zonghua Gu" userId="9a7e1853e1951ef5" providerId="LiveId" clId="{CF1FAA12-072C-4ED5-BA76-0FFFAEFDB88A}" dt="2025-11-18T23:24:58.257" v="6331" actId="20577"/>
        <pc:sldMkLst>
          <pc:docMk/>
          <pc:sldMk cId="3582392412" sldId="371"/>
        </pc:sldMkLst>
        <pc:graphicFrameChg chg="mod modGraphic">
          <ac:chgData name="Zonghua Gu" userId="9a7e1853e1951ef5" providerId="LiveId" clId="{CF1FAA12-072C-4ED5-BA76-0FFFAEFDB88A}" dt="2025-11-18T23:24:58.257" v="6331" actId="20577"/>
          <ac:graphicFrameMkLst>
            <pc:docMk/>
            <pc:sldMk cId="3582392412" sldId="371"/>
            <ac:graphicFrameMk id="5" creationId="{1470E29F-21CC-744B-D4B5-04038FD22801}"/>
          </ac:graphicFrameMkLst>
        </pc:graphicFrameChg>
      </pc:sldChg>
      <pc:sldChg chg="modSp mod">
        <pc:chgData name="Zonghua Gu" userId="9a7e1853e1951ef5" providerId="LiveId" clId="{CF1FAA12-072C-4ED5-BA76-0FFFAEFDB88A}" dt="2025-11-19T00:26:30.513" v="6919" actId="20577"/>
        <pc:sldMkLst>
          <pc:docMk/>
          <pc:sldMk cId="234389551" sldId="373"/>
        </pc:sldMkLst>
        <pc:spChg chg="mod">
          <ac:chgData name="Zonghua Gu" userId="9a7e1853e1951ef5" providerId="LiveId" clId="{CF1FAA12-072C-4ED5-BA76-0FFFAEFDB88A}" dt="2025-11-19T00:26:30.513" v="6919" actId="20577"/>
          <ac:spMkLst>
            <pc:docMk/>
            <pc:sldMk cId="234389551" sldId="373"/>
            <ac:spMk id="4" creationId="{402D8EDD-ADE2-ED0A-3035-5EABE2583A7F}"/>
          </ac:spMkLst>
        </pc:spChg>
      </pc:sldChg>
      <pc:sldChg chg="modSp mod">
        <pc:chgData name="Zonghua Gu" userId="9a7e1853e1951ef5" providerId="LiveId" clId="{CF1FAA12-072C-4ED5-BA76-0FFFAEFDB88A}" dt="2025-11-18T23:45:06.163" v="6432" actId="207"/>
        <pc:sldMkLst>
          <pc:docMk/>
          <pc:sldMk cId="824643333" sldId="374"/>
        </pc:sldMkLst>
        <pc:spChg chg="mod">
          <ac:chgData name="Zonghua Gu" userId="9a7e1853e1951ef5" providerId="LiveId" clId="{CF1FAA12-072C-4ED5-BA76-0FFFAEFDB88A}" dt="2025-11-18T23:45:06.163" v="6432" actId="207"/>
          <ac:spMkLst>
            <pc:docMk/>
            <pc:sldMk cId="824643333" sldId="374"/>
            <ac:spMk id="2" creationId="{17C6BB78-6632-8826-7CCC-63CDB859CFFB}"/>
          </ac:spMkLst>
        </pc:spChg>
        <pc:graphicFrameChg chg="modGraphic">
          <ac:chgData name="Zonghua Gu" userId="9a7e1853e1951ef5" providerId="LiveId" clId="{CF1FAA12-072C-4ED5-BA76-0FFFAEFDB88A}" dt="2025-11-14T00:00:59.080" v="5472" actId="20577"/>
          <ac:graphicFrameMkLst>
            <pc:docMk/>
            <pc:sldMk cId="824643333" sldId="374"/>
            <ac:graphicFrameMk id="5" creationId="{8C28BAFB-31B9-50D7-C887-1C2776C89294}"/>
          </ac:graphicFrameMkLst>
        </pc:graphicFrameChg>
      </pc:sldChg>
      <pc:sldChg chg="modSp mod">
        <pc:chgData name="Zonghua Gu" userId="9a7e1853e1951ef5" providerId="LiveId" clId="{CF1FAA12-072C-4ED5-BA76-0FFFAEFDB88A}" dt="2025-11-13T23:48:14.289" v="5230" actId="20577"/>
        <pc:sldMkLst>
          <pc:docMk/>
          <pc:sldMk cId="2699733170" sldId="375"/>
        </pc:sldMkLst>
        <pc:graphicFrameChg chg="modGraphic">
          <ac:chgData name="Zonghua Gu" userId="9a7e1853e1951ef5" providerId="LiveId" clId="{CF1FAA12-072C-4ED5-BA76-0FFFAEFDB88A}" dt="2025-11-13T23:48:14.289" v="5230" actId="20577"/>
          <ac:graphicFrameMkLst>
            <pc:docMk/>
            <pc:sldMk cId="2699733170" sldId="375"/>
            <ac:graphicFrameMk id="5" creationId="{7DB9A0A3-9301-65C3-B5C6-8AEF5723942A}"/>
          </ac:graphicFrameMkLst>
        </pc:graphicFrameChg>
      </pc:sldChg>
      <pc:sldChg chg="modSp mod">
        <pc:chgData name="Zonghua Gu" userId="9a7e1853e1951ef5" providerId="LiveId" clId="{CF1FAA12-072C-4ED5-BA76-0FFFAEFDB88A}" dt="2025-11-18T23:54:41.831" v="6558" actId="1036"/>
        <pc:sldMkLst>
          <pc:docMk/>
          <pc:sldMk cId="3558794685" sldId="379"/>
        </pc:sldMkLst>
        <pc:spChg chg="mod">
          <ac:chgData name="Zonghua Gu" userId="9a7e1853e1951ef5" providerId="LiveId" clId="{CF1FAA12-072C-4ED5-BA76-0FFFAEFDB88A}" dt="2025-11-18T23:54:41.831" v="6558" actId="1036"/>
          <ac:spMkLst>
            <pc:docMk/>
            <pc:sldMk cId="3558794685" sldId="379"/>
            <ac:spMk id="7" creationId="{4133C7BF-FB1E-BE65-9F1D-432DB1AEB47E}"/>
          </ac:spMkLst>
        </pc:spChg>
      </pc:sldChg>
      <pc:sldChg chg="addSp delSp modSp mod">
        <pc:chgData name="Zonghua Gu" userId="9a7e1853e1951ef5" providerId="LiveId" clId="{CF1FAA12-072C-4ED5-BA76-0FFFAEFDB88A}" dt="2025-11-18T23:34:12.274" v="6359" actId="478"/>
        <pc:sldMkLst>
          <pc:docMk/>
          <pc:sldMk cId="3938986292" sldId="381"/>
        </pc:sldMkLst>
        <pc:spChg chg="mod">
          <ac:chgData name="Zonghua Gu" userId="9a7e1853e1951ef5" providerId="LiveId" clId="{CF1FAA12-072C-4ED5-BA76-0FFFAEFDB88A}" dt="2025-11-18T23:34:06.094" v="6357" actId="20577"/>
          <ac:spMkLst>
            <pc:docMk/>
            <pc:sldMk cId="3938986292" sldId="381"/>
            <ac:spMk id="2" creationId="{0A33A82F-4D13-6943-1697-5F93B36B9622}"/>
          </ac:spMkLst>
        </pc:spChg>
        <pc:graphicFrameChg chg="modGraphic">
          <ac:chgData name="Zonghua Gu" userId="9a7e1853e1951ef5" providerId="LiveId" clId="{CF1FAA12-072C-4ED5-BA76-0FFFAEFDB88A}" dt="2025-11-13T23:56:47.573" v="5329" actId="207"/>
          <ac:graphicFrameMkLst>
            <pc:docMk/>
            <pc:sldMk cId="3938986292" sldId="381"/>
            <ac:graphicFrameMk id="5" creationId="{7CA5E7D5-B204-9C0A-BCB8-C59AA195F3F5}"/>
          </ac:graphicFrameMkLst>
        </pc:graphicFrameChg>
        <pc:graphicFrameChg chg="add mod modGraphic">
          <ac:chgData name="Zonghua Gu" userId="9a7e1853e1951ef5" providerId="LiveId" clId="{CF1FAA12-072C-4ED5-BA76-0FFFAEFDB88A}" dt="2025-11-18T23:32:36.071" v="6343" actId="20577"/>
          <ac:graphicFrameMkLst>
            <pc:docMk/>
            <pc:sldMk cId="3938986292" sldId="381"/>
            <ac:graphicFrameMk id="8" creationId="{B13248B5-A9EA-67F6-3118-C1F6BE8436B6}"/>
          </ac:graphicFrameMkLst>
        </pc:graphicFrameChg>
      </pc:sldChg>
      <pc:sldChg chg="addSp delSp modSp add mod">
        <pc:chgData name="Zonghua Gu" userId="9a7e1853e1951ef5" providerId="LiveId" clId="{CF1FAA12-072C-4ED5-BA76-0FFFAEFDB88A}" dt="2025-11-19T00:12:57.635" v="6741" actId="207"/>
        <pc:sldMkLst>
          <pc:docMk/>
          <pc:sldMk cId="3309958526" sldId="387"/>
        </pc:sldMkLst>
        <pc:graphicFrameChg chg="mod modGraphic">
          <ac:chgData name="Zonghua Gu" userId="9a7e1853e1951ef5" providerId="LiveId" clId="{CF1FAA12-072C-4ED5-BA76-0FFFAEFDB88A}" dt="2025-11-19T00:12:52.844" v="6740" actId="207"/>
          <ac:graphicFrameMkLst>
            <pc:docMk/>
            <pc:sldMk cId="3309958526" sldId="387"/>
            <ac:graphicFrameMk id="5" creationId="{6D8366BD-4DE5-0E68-4E8C-960C4C8810E9}"/>
          </ac:graphicFrameMkLst>
        </pc:graphicFrameChg>
        <pc:graphicFrameChg chg="add mod modGraphic">
          <ac:chgData name="Zonghua Gu" userId="9a7e1853e1951ef5" providerId="LiveId" clId="{CF1FAA12-072C-4ED5-BA76-0FFFAEFDB88A}" dt="2025-11-19T00:12:57.635" v="6741" actId="207"/>
          <ac:graphicFrameMkLst>
            <pc:docMk/>
            <pc:sldMk cId="3309958526" sldId="387"/>
            <ac:graphicFrameMk id="8" creationId="{4EFCA94F-BDFA-FAB8-7F7B-C145EFA53CC9}"/>
          </ac:graphicFrameMkLst>
        </pc:graphicFrameChg>
      </pc:sldChg>
      <pc:sldChg chg="delSp modSp add mod">
        <pc:chgData name="Zonghua Gu" userId="9a7e1853e1951ef5" providerId="LiveId" clId="{CF1FAA12-072C-4ED5-BA76-0FFFAEFDB88A}" dt="2025-11-13T22:53:35.403" v="4845" actId="20577"/>
        <pc:sldMkLst>
          <pc:docMk/>
          <pc:sldMk cId="2076517291" sldId="388"/>
        </pc:sldMkLst>
        <pc:spChg chg="mod">
          <ac:chgData name="Zonghua Gu" userId="9a7e1853e1951ef5" providerId="LiveId" clId="{CF1FAA12-072C-4ED5-BA76-0FFFAEFDB88A}" dt="2025-11-13T22:53:22.832" v="4842" actId="20577"/>
          <ac:spMkLst>
            <pc:docMk/>
            <pc:sldMk cId="2076517291" sldId="388"/>
            <ac:spMk id="2" creationId="{286AE22E-7014-BD8E-E9B0-11BB41A135DA}"/>
          </ac:spMkLst>
        </pc:spChg>
        <pc:graphicFrameChg chg="modGraphic">
          <ac:chgData name="Zonghua Gu" userId="9a7e1853e1951ef5" providerId="LiveId" clId="{CF1FAA12-072C-4ED5-BA76-0FFFAEFDB88A}" dt="2025-11-13T22:53:35.403" v="4845" actId="20577"/>
          <ac:graphicFrameMkLst>
            <pc:docMk/>
            <pc:sldMk cId="2076517291" sldId="388"/>
            <ac:graphicFrameMk id="5" creationId="{189D004C-3271-3ECE-4454-851923351400}"/>
          </ac:graphicFrameMkLst>
        </pc:graphicFrameChg>
      </pc:sldChg>
      <pc:sldChg chg="modSp new mod">
        <pc:chgData name="Zonghua Gu" userId="9a7e1853e1951ef5" providerId="LiveId" clId="{CF1FAA12-072C-4ED5-BA76-0FFFAEFDB88A}" dt="2025-11-13T22:54:54.319" v="4916" actId="20577"/>
        <pc:sldMkLst>
          <pc:docMk/>
          <pc:sldMk cId="3501330246" sldId="389"/>
        </pc:sldMkLst>
        <pc:spChg chg="mod">
          <ac:chgData name="Zonghua Gu" userId="9a7e1853e1951ef5" providerId="LiveId" clId="{CF1FAA12-072C-4ED5-BA76-0FFFAEFDB88A}" dt="2025-11-13T22:53:41.921" v="4847"/>
          <ac:spMkLst>
            <pc:docMk/>
            <pc:sldMk cId="3501330246" sldId="389"/>
            <ac:spMk id="2" creationId="{D48EBFE7-7073-C68E-2006-9970D7D5223A}"/>
          </ac:spMkLst>
        </pc:spChg>
        <pc:spChg chg="mod">
          <ac:chgData name="Zonghua Gu" userId="9a7e1853e1951ef5" providerId="LiveId" clId="{CF1FAA12-072C-4ED5-BA76-0FFFAEFDB88A}" dt="2025-11-13T22:54:54.319" v="4916" actId="20577"/>
          <ac:spMkLst>
            <pc:docMk/>
            <pc:sldMk cId="3501330246" sldId="389"/>
            <ac:spMk id="4" creationId="{30D573E4-08C5-4EFD-D763-43D45C86FFE0}"/>
          </ac:spMkLst>
        </pc:spChg>
      </pc:sldChg>
      <pc:sldChg chg="addSp modSp new mod">
        <pc:chgData name="Zonghua Gu" userId="9a7e1853e1951ef5" providerId="LiveId" clId="{CF1FAA12-072C-4ED5-BA76-0FFFAEFDB88A}" dt="2025-11-19T00:06:52.923" v="6732" actId="20577"/>
        <pc:sldMkLst>
          <pc:docMk/>
          <pc:sldMk cId="490249550" sldId="390"/>
        </pc:sldMkLst>
        <pc:spChg chg="mod">
          <ac:chgData name="Zonghua Gu" userId="9a7e1853e1951ef5" providerId="LiveId" clId="{CF1FAA12-072C-4ED5-BA76-0FFFAEFDB88A}" dt="2025-11-14T00:23:15.970" v="5807"/>
          <ac:spMkLst>
            <pc:docMk/>
            <pc:sldMk cId="490249550" sldId="390"/>
            <ac:spMk id="2" creationId="{1AEC2A59-F038-62BC-DB24-F3767D28666A}"/>
          </ac:spMkLst>
        </pc:spChg>
        <pc:spChg chg="mod">
          <ac:chgData name="Zonghua Gu" userId="9a7e1853e1951ef5" providerId="LiveId" clId="{CF1FAA12-072C-4ED5-BA76-0FFFAEFDB88A}" dt="2025-11-19T00:06:52.923" v="6732" actId="20577"/>
          <ac:spMkLst>
            <pc:docMk/>
            <pc:sldMk cId="490249550" sldId="390"/>
            <ac:spMk id="4" creationId="{9DEFF33C-95D3-FC49-619D-245E0019906B}"/>
          </ac:spMkLst>
        </pc:spChg>
        <pc:graphicFrameChg chg="add mod">
          <ac:chgData name="Zonghua Gu" userId="9a7e1853e1951ef5" providerId="LiveId" clId="{CF1FAA12-072C-4ED5-BA76-0FFFAEFDB88A}" dt="2025-11-14T00:23:09.153" v="5806" actId="1076"/>
          <ac:graphicFrameMkLst>
            <pc:docMk/>
            <pc:sldMk cId="490249550" sldId="390"/>
            <ac:graphicFrameMk id="6" creationId="{B8E14D9C-0132-5D4B-D5F1-3CEDF2732D54}"/>
          </ac:graphicFrameMkLst>
        </pc:graphicFrameChg>
      </pc:sldChg>
      <pc:sldChg chg="modSp add mod">
        <pc:chgData name="Zonghua Gu" userId="9a7e1853e1951ef5" providerId="LiveId" clId="{CF1FAA12-072C-4ED5-BA76-0FFFAEFDB88A}" dt="2025-11-18T23:19:37.926" v="6074" actId="20577"/>
        <pc:sldMkLst>
          <pc:docMk/>
          <pc:sldMk cId="653673745" sldId="391"/>
        </pc:sldMkLst>
        <pc:spChg chg="mod">
          <ac:chgData name="Zonghua Gu" userId="9a7e1853e1951ef5" providerId="LiveId" clId="{CF1FAA12-072C-4ED5-BA76-0FFFAEFDB88A}" dt="2025-11-18T23:18:15.535" v="5904" actId="20577"/>
          <ac:spMkLst>
            <pc:docMk/>
            <pc:sldMk cId="653673745" sldId="391"/>
            <ac:spMk id="2" creationId="{E14210BF-9936-7600-5181-99A2123DC3BF}"/>
          </ac:spMkLst>
        </pc:spChg>
        <pc:spChg chg="mod">
          <ac:chgData name="Zonghua Gu" userId="9a7e1853e1951ef5" providerId="LiveId" clId="{CF1FAA12-072C-4ED5-BA76-0FFFAEFDB88A}" dt="2025-11-18T23:19:37.926" v="6074" actId="20577"/>
          <ac:spMkLst>
            <pc:docMk/>
            <pc:sldMk cId="653673745" sldId="391"/>
            <ac:spMk id="9" creationId="{9FF14984-BA58-2E71-3A92-5F9ED574984B}"/>
          </ac:spMkLst>
        </pc:spChg>
        <pc:graphicFrameChg chg="mod modGraphic">
          <ac:chgData name="Zonghua Gu" userId="9a7e1853e1951ef5" providerId="LiveId" clId="{CF1FAA12-072C-4ED5-BA76-0FFFAEFDB88A}" dt="2025-11-18T23:17:59.553" v="5902"/>
          <ac:graphicFrameMkLst>
            <pc:docMk/>
            <pc:sldMk cId="653673745" sldId="391"/>
            <ac:graphicFrameMk id="5" creationId="{B29F0AF8-E554-E10C-A5E5-A887825B3755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8:57.017" v="6395" actId="313"/>
        <pc:sldMkLst>
          <pc:docMk/>
          <pc:sldMk cId="3322525658" sldId="392"/>
        </pc:sldMkLst>
        <pc:spChg chg="mod">
          <ac:chgData name="Zonghua Gu" userId="9a7e1853e1951ef5" providerId="LiveId" clId="{CF1FAA12-072C-4ED5-BA76-0FFFAEFDB88A}" dt="2025-11-18T23:38:57.017" v="6395" actId="313"/>
          <ac:spMkLst>
            <pc:docMk/>
            <pc:sldMk cId="3322525658" sldId="392"/>
            <ac:spMk id="7" creationId="{FEFCEE76-4050-DF76-FC15-2F0C19F09623}"/>
          </ac:spMkLst>
        </pc:spChg>
        <pc:graphicFrameChg chg="mod">
          <ac:chgData name="Zonghua Gu" userId="9a7e1853e1951ef5" providerId="LiveId" clId="{CF1FAA12-072C-4ED5-BA76-0FFFAEFDB88A}" dt="2025-11-18T23:38:14.021" v="6366" actId="1076"/>
          <ac:graphicFrameMkLst>
            <pc:docMk/>
            <pc:sldMk cId="3322525658" sldId="392"/>
            <ac:graphicFrameMk id="6" creationId="{80B7468F-F6CD-9D27-E99A-40FA8CBFEBA2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7:17.693" v="6363" actId="20577"/>
        <pc:sldMkLst>
          <pc:docMk/>
          <pc:sldMk cId="2652154309" sldId="394"/>
        </pc:sldMkLst>
        <pc:spChg chg="mod">
          <ac:chgData name="Zonghua Gu" userId="9a7e1853e1951ef5" providerId="LiveId" clId="{CF1FAA12-072C-4ED5-BA76-0FFFAEFDB88A}" dt="2025-11-18T23:37:17.693" v="6363" actId="20577"/>
          <ac:spMkLst>
            <pc:docMk/>
            <pc:sldMk cId="2652154309" sldId="394"/>
            <ac:spMk id="2" creationId="{FFE1C93C-745E-921B-00A7-BDBD948FDE77}"/>
          </ac:spMkLst>
        </pc:spChg>
        <pc:graphicFrameChg chg="modGraphic">
          <ac:chgData name="Zonghua Gu" userId="9a7e1853e1951ef5" providerId="LiveId" clId="{CF1FAA12-072C-4ED5-BA76-0FFFAEFDB88A}" dt="2025-11-18T23:33:38.339" v="6350" actId="207"/>
          <ac:graphicFrameMkLst>
            <pc:docMk/>
            <pc:sldMk cId="2652154309" sldId="394"/>
            <ac:graphicFrameMk id="5" creationId="{148ACAD3-E94E-D346-CA61-9CE8EE8A6CAA}"/>
          </ac:graphicFrameMkLst>
        </pc:graphicFrameChg>
        <pc:graphicFrameChg chg="modGraphic">
          <ac:chgData name="Zonghua Gu" userId="9a7e1853e1951ef5" providerId="LiveId" clId="{CF1FAA12-072C-4ED5-BA76-0FFFAEFDB88A}" dt="2025-11-18T23:34:20.198" v="6361" actId="20577"/>
          <ac:graphicFrameMkLst>
            <pc:docMk/>
            <pc:sldMk cId="2652154309" sldId="394"/>
            <ac:graphicFrameMk id="8" creationId="{7EE525A6-367C-C461-3368-E8BB9DE36481}"/>
          </ac:graphicFrameMkLst>
        </pc:graphicFrameChg>
      </pc:sldChg>
      <pc:sldChg chg="modSp add mod">
        <pc:chgData name="Zonghua Gu" userId="9a7e1853e1951ef5" providerId="LiveId" clId="{CF1FAA12-072C-4ED5-BA76-0FFFAEFDB88A}" dt="2025-11-18T23:47:28.056" v="6456" actId="207"/>
        <pc:sldMkLst>
          <pc:docMk/>
          <pc:sldMk cId="3048658247" sldId="395"/>
        </pc:sldMkLst>
        <pc:spChg chg="mod">
          <ac:chgData name="Zonghua Gu" userId="9a7e1853e1951ef5" providerId="LiveId" clId="{CF1FAA12-072C-4ED5-BA76-0FFFAEFDB88A}" dt="2025-11-18T23:45:28.971" v="6442" actId="404"/>
          <ac:spMkLst>
            <pc:docMk/>
            <pc:sldMk cId="3048658247" sldId="395"/>
            <ac:spMk id="2" creationId="{8C842C3D-50C9-155E-0B61-ED370CF6164C}"/>
          </ac:spMkLst>
        </pc:spChg>
        <pc:graphicFrameChg chg="modGraphic">
          <ac:chgData name="Zonghua Gu" userId="9a7e1853e1951ef5" providerId="LiveId" clId="{CF1FAA12-072C-4ED5-BA76-0FFFAEFDB88A}" dt="2025-11-18T23:46:38.042" v="6453" actId="207"/>
          <ac:graphicFrameMkLst>
            <pc:docMk/>
            <pc:sldMk cId="3048658247" sldId="395"/>
            <ac:graphicFrameMk id="5" creationId="{372F96EE-5AF2-5B15-C1BC-FAF0F3A2A1AB}"/>
          </ac:graphicFrameMkLst>
        </pc:graphicFrameChg>
        <pc:graphicFrameChg chg="modGraphic">
          <ac:chgData name="Zonghua Gu" userId="9a7e1853e1951ef5" providerId="LiveId" clId="{CF1FAA12-072C-4ED5-BA76-0FFFAEFDB88A}" dt="2025-11-18T23:46:02.808" v="6447" actId="207"/>
          <ac:graphicFrameMkLst>
            <pc:docMk/>
            <pc:sldMk cId="3048658247" sldId="395"/>
            <ac:graphicFrameMk id="6" creationId="{F1656193-ACA0-132F-342B-32551931A799}"/>
          </ac:graphicFrameMkLst>
        </pc:graphicFrameChg>
        <pc:graphicFrameChg chg="modGraphic">
          <ac:chgData name="Zonghua Gu" userId="9a7e1853e1951ef5" providerId="LiveId" clId="{CF1FAA12-072C-4ED5-BA76-0FFFAEFDB88A}" dt="2025-11-18T23:47:28.056" v="6456" actId="207"/>
          <ac:graphicFrameMkLst>
            <pc:docMk/>
            <pc:sldMk cId="3048658247" sldId="395"/>
            <ac:graphicFrameMk id="13" creationId="{476FC88E-1B42-B337-08A1-D33AD966C95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38C6-1350-AA7F-351E-F644E6BE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32A4E-32FC-A362-A38D-B406AD77E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BDFDD-B4A5-3278-66A3-DD9131CCE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B8ADC-9431-087E-FB1B-C4087CDAC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bx lr           ; Branch and exchange, return to caller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3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0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4BB7-57B1-6A0C-6F42-C1A0C9D8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EAC6B-8098-2CF8-CD73-2BA18199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481F4-39E2-109C-DEEB-41BE4667E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5C0-2803-87BB-2AA7-FC38CC27D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15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Loop runs for 9 iterations, not 10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 1 (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CMP r0, #11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changing the comparison to 11 and keeping BEQ done, the loop will now execute when r0 is 10, and only exit when r0 finally increments to 11.</a:t>
            </a:r>
          </a:p>
          <a:p>
            <a:r>
              <a:rPr lang="en-US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 2 (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BGT done</a:t>
            </a:r>
            <a:r>
              <a:rPr lang="en-US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keeping the comparison at 10 but changing the branch instruction to Branch if Greater Than (BGT), the loop will execute when r0 is 10 (since 10 is not </a:t>
            </a:r>
            <a:r>
              <a:rPr lang="en-US" altLang="zh-CN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greater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than 10) and will only branch out when r0 hits 11.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58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38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4E89-7C44-C5D6-5FE2-35B48DB2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3BB97-C1ED-EB01-7B4D-50A0B926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49600-58D5-1674-9794-06B23001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483A-3C0C-0CCB-5F80-152A39AC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67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24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4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2C-E5A2-BA8F-385A-253A9E8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0B468-CEBE-6E74-94E0-101106D7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F83B-79B0-55F5-1F44-B30AEACB7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64B3-1AF1-2B17-D44B-E2C43063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0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3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https://thinkingeek.com/2013/01/20/arm-assembler-raspberry-pi-chapter-6/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7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4/9/2026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4/9/2026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19" y="1828800"/>
            <a:ext cx="3856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Control Flow in 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D9E7-84B5-4307-1E18-361E6490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C519-78F4-265A-28F8-A7F91940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E8256-3107-F915-1F0D-F420E2BB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09B8C-E7BF-18F9-4DF3-E7B8AB108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  <a:p>
            <a:pPr lvl="1"/>
            <a:r>
              <a:rPr lang="pt-BR" dirty="0"/>
              <a:t>if (r0 != r1) r2 = r2 + r2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0F863F-ED16-DF22-3E32-4C03C5CD0E8B}"/>
              </a:ext>
            </a:extLst>
          </p:cNvPr>
          <p:cNvGraphicFramePr>
            <a:graphicFrameLocks noGrp="1"/>
          </p:cNvGraphicFramePr>
          <p:nvPr/>
        </p:nvGraphicFramePr>
        <p:xfrm>
          <a:off x="876300" y="312303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BEQ skip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r2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skip: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C5E2AE-B706-F0FE-2E4C-ACA699A32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854195"/>
              </p:ext>
            </p:extLst>
          </p:nvPr>
        </p:nvGraphicFramePr>
        <p:xfrm>
          <a:off x="876300" y="4499081"/>
          <a:ext cx="7391400" cy="11493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28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 r2, r2, r2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22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7BD2A0-832C-7F1E-86CB-33A992AE5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916"/>
              </p:ext>
            </p:extLst>
          </p:nvPr>
        </p:nvGraphicFramePr>
        <p:xfrm>
          <a:off x="762000" y="1828800"/>
          <a:ext cx="7391400" cy="975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r0, LSR #4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r1, #0x0F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%AND r1, r1, #15 is also OK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871EDF-DD88-8052-FF66-F955503E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54311"/>
              </p:ext>
            </p:extLst>
          </p:nvPr>
        </p:nvGraphicFramePr>
        <p:xfrm>
          <a:off x="762000" y="300355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r0, #0xF0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r1, LSR #4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98531A2-BA43-5E4B-4A07-833BA3447510}"/>
              </a:ext>
            </a:extLst>
          </p:cNvPr>
          <p:cNvSpPr txBox="1">
            <a:spLocks/>
          </p:cNvSpPr>
          <p:nvPr/>
        </p:nvSpPr>
        <p:spPr>
          <a:xfrm>
            <a:off x="457200" y="3813810"/>
            <a:ext cx="8229600" cy="292735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Assembly Program 1: It computes r1 = (r0 &gt;&gt; 4) &amp; 15 shifting it down by 4 bits, then masking the low nibble (4 bits) with 0x0F (or 0xF).</a:t>
            </a:r>
          </a:p>
          <a:p>
            <a:r>
              <a:rPr lang="en-US" dirty="0"/>
              <a:t>Assembly Program 2: It computes r1 = (r0 &gt;&gt; 4) &amp; 15 by first masking the high nibble with 0xF0 and then shifting it down by 4 bits.</a:t>
            </a:r>
          </a:p>
          <a:p>
            <a:pPr lvl="1"/>
            <a:r>
              <a:rPr lang="en-US" dirty="0"/>
              <a:t>AND r1, r0, #0xF0 keeps only bits [7:4] of r0, clearing all others.</a:t>
            </a:r>
          </a:p>
          <a:p>
            <a:pPr lvl="1"/>
            <a:r>
              <a:rPr lang="en-US" dirty="0"/>
              <a:t>MOV r1, r1, LSR #4 performs a logical right shift by 4 on the masked value, moving those bits into positions [3:0].</a:t>
            </a:r>
          </a:p>
        </p:txBody>
      </p:sp>
    </p:spTree>
    <p:extLst>
      <p:ext uri="{BB962C8B-B14F-4D97-AF65-F5344CB8AC3E}">
        <p14:creationId xmlns:p14="http://schemas.microsoft.com/office/powerpoint/2010/main" val="18839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6EC0-398A-D3B2-65E5-25E65AFC6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875-5DE4-CC94-21AF-385E445F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</a:t>
            </a:r>
            <a:r>
              <a:rPr lang="en-US"/>
              <a:t>Program Understanding 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8150F-624A-7DED-AE19-C0118146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308AC-7565-4459-9627-04CB00781A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       ; Load immediate value 10 into r0</a:t>
            </a:r>
          </a:p>
          <a:p>
            <a:pPr lvl="1"/>
            <a:r>
              <a:rPr lang="pt-BR" dirty="0"/>
              <a:t>MOV r1, #7        ; Load immediate value 7 into r1</a:t>
            </a:r>
          </a:p>
          <a:p>
            <a:pPr lvl="1"/>
            <a:r>
              <a:rPr lang="pt-BR" dirty="0"/>
              <a:t>MOV r2, #5        ; Load immediate value 5 into r2</a:t>
            </a:r>
          </a:p>
          <a:p>
            <a:pPr lvl="1"/>
            <a:r>
              <a:rPr lang="pt-BR" dirty="0"/>
              <a:t>CMP r1, r2       ; Compare r1 and r2 (compute r1-r2, set flags)</a:t>
            </a:r>
          </a:p>
          <a:p>
            <a:pPr lvl="1"/>
            <a:r>
              <a:rPr lang="pt-BR" dirty="0"/>
              <a:t>ADDGT r0, r0, #100 ; Add 100 to r0 only if r1 &gt; r2 (Greater Than)</a:t>
            </a:r>
          </a:p>
          <a:p>
            <a:r>
              <a:rPr lang="en-US" dirty="0"/>
              <a:t>This code sets r0 to 10, compares 7 and 5. Since 7 &gt; 5, adds 100 to the base value of 10 to get 110</a:t>
            </a:r>
          </a:p>
          <a:p>
            <a:r>
              <a:rPr lang="en-US" dirty="0"/>
              <a:t>What about: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SUBS r1</a:t>
            </a:r>
            <a:r>
              <a:rPr lang="pt-BR"/>
              <a:t>, r1, r2</a:t>
            </a:r>
            <a:endParaRPr lang="pt-BR" dirty="0"/>
          </a:p>
          <a:p>
            <a:pPr lvl="1"/>
            <a:r>
              <a:rPr lang="pt-BR" dirty="0"/>
              <a:t>ADDGE r0, r0, #100</a:t>
            </a:r>
          </a:p>
          <a:p>
            <a:r>
              <a:rPr lang="pt-BR" dirty="0"/>
              <a:t>Here r0 = 110, since SUBS sets flags and ADDGE is executed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9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BCAA-DF87-B667-90C8-2F0B5CFD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F7792-159F-4EB6-0A01-21A4E929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DD544-8C21-2C0D-D8C9-39D776DE6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949562"/>
              </p:ext>
            </p:extLst>
          </p:nvPr>
        </p:nvGraphicFramePr>
        <p:xfrm>
          <a:off x="876300" y="2513525"/>
          <a:ext cx="7391400" cy="39014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[r0, r1, LSL #2] ; r3 = save[i], 32-bit loads with index scaled by 4, so r3 is loaded from mem address r0+4*r1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     ; compare save[i] with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      ; exit loop if save[i] !=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#1 ; i +=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         ; repeat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68A4D5B-16CF-C913-A366-B6CD13B41D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 (This program is not perfect, since the array size of save[] is not considered, so the while loop may never terminate)</a:t>
            </a:r>
          </a:p>
        </p:txBody>
      </p:sp>
    </p:spTree>
    <p:extLst>
      <p:ext uri="{BB962C8B-B14F-4D97-AF65-F5344CB8AC3E}">
        <p14:creationId xmlns:p14="http://schemas.microsoft.com/office/powerpoint/2010/main" val="287635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AF58-3BE7-C02B-E45C-285C296D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10BF-9936-7600-5181-99A2123D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B7A2-9510-656F-A5D3-223AB788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9F0AF8-E554-E10C-A5E5-A887825B3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77985"/>
              </p:ext>
            </p:extLst>
          </p:nvPr>
        </p:nvGraphicFramePr>
        <p:xfrm>
          <a:off x="876300" y="2513525"/>
          <a:ext cx="73914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; pointer to current element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; value to compare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[r0], #4   ; load current save[i], advance pointer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FF14984-BA58-2E71-3A92-5F9ED57498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/>
              <a:t>This version removes r1, and uses post-index addressing to increment the array pointer r0, adding 4 to r0 in every loop iteration</a:t>
            </a:r>
          </a:p>
        </p:txBody>
      </p:sp>
    </p:spTree>
    <p:extLst>
      <p:ext uri="{BB962C8B-B14F-4D97-AF65-F5344CB8AC3E}">
        <p14:creationId xmlns:p14="http://schemas.microsoft.com/office/powerpoint/2010/main" val="65367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D5C6-1D52-715E-A5D7-083B50D5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2978-7DD8-148C-3483-99DF0FA8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92662-D897-8749-1AC1-EE9C0AEA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C282A-2699-D86B-1892-06D1691D66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0E29F-21CC-744B-D4B5-04038FD22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9949"/>
              </p:ext>
            </p:extLst>
          </p:nvPr>
        </p:nvGraphicFramePr>
        <p:xfrm>
          <a:off x="990600" y="2286000"/>
          <a:ext cx="7391400" cy="46329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r2, #0          ; i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loop_start: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BGE loop_end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RSB r3, r2, #7    ; r3 = 7 –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;Note that SUB r3, #7, r2 is incorrect, since operand 1 cannot be an immediate value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r4, [r1, r3, LSL#2] ; Load b[7-i] from mem address r1 + 4*r3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STR r4, [r0, r2, LSL#2] ; Store to a[i] to mem address r0 + 4*r2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 ; i++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loop_start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loop_end: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39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26570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C1C4-7A44-B3C2-FD00-732417A8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A82F-4D13-6943-1697-5F93B36B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to Assembly: What is wrong? ANS </a:t>
            </a:r>
            <a:r>
              <a:rPr lang="en-US" altLang="zh-CN" dirty="0"/>
              <a:t>(</a:t>
            </a:r>
            <a:r>
              <a:rPr lang="en-US" altLang="zh-CN" dirty="0" err="1"/>
              <a:t>cnt</a:t>
            </a:r>
            <a:r>
              <a:rPr lang="en-US" altLang="zh-CN" dirty="0"/>
              <a:t> declared as </a:t>
            </a:r>
            <a:r>
              <a:rPr lang="en-US" altLang="zh-CN" dirty="0">
                <a:solidFill>
                  <a:srgbClr val="C00000"/>
                </a:solidFill>
              </a:rPr>
              <a:t>signed int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3DBAF-4DCB-7E4C-3383-E6211571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5E7D5-B204-9C0A-BCB8-C59AA195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185290"/>
              </p:ext>
            </p:extLst>
          </p:nvPr>
        </p:nvGraphicFramePr>
        <p:xfrm>
          <a:off x="551329" y="2362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(int)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r0 with 11 (exit when cnt reaches 11)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11,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EDA7E-8E91-D270-9D52-298E05FE9EC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1371600"/>
          </a:xfrm>
        </p:spPr>
        <p:txBody>
          <a:bodyPr>
            <a:normAutofit fontScale="92500"/>
          </a:bodyPr>
          <a:lstStyle/>
          <a:p>
            <a:r>
              <a:rPr lang="en-US" altLang="zh-CN" sz="1400" dirty="0"/>
              <a:t>The loop checks CMP r0, #10 and exits immediately if they are equal (BEQ done). Because it exits </a:t>
            </a:r>
            <a:r>
              <a:rPr lang="en-US" altLang="zh-CN" sz="1400" i="1" dirty="0"/>
              <a:t>before</a:t>
            </a:r>
            <a:r>
              <a:rPr lang="en-US" altLang="zh-CN" sz="1400" dirty="0"/>
              <a:t> executing the loop body when </a:t>
            </a:r>
            <a:r>
              <a:rPr lang="en-US" altLang="zh-CN" sz="1400" dirty="0" err="1"/>
              <a:t>cnt</a:t>
            </a:r>
            <a:r>
              <a:rPr lang="en-US" altLang="zh-CN" sz="1400" dirty="0"/>
              <a:t> == 10, the loop body only executes for 9 iterations, r0 values 1 through 9.</a:t>
            </a:r>
          </a:p>
          <a:p>
            <a:r>
              <a:rPr lang="en-US" altLang="zh-CN" sz="1400" dirty="0"/>
              <a:t>Option 1: Compare against 11: CMP r0, #11 and branch on equal BEQ done.</a:t>
            </a:r>
          </a:p>
          <a:p>
            <a:r>
              <a:rPr lang="en-US" altLang="zh-CN" sz="1400" dirty="0"/>
              <a:t>Option 2: Keep the comparison with 10 but change the branch logic to branch out if greater than 10: BGT done.</a:t>
            </a:r>
            <a:endParaRPr lang="zh-CN" alt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3248B5-A9EA-67F6-3118-C1F6BE843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30611"/>
              </p:ext>
            </p:extLst>
          </p:nvPr>
        </p:nvGraphicFramePr>
        <p:xfrm>
          <a:off x="551329" y="4515722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(int)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 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BGT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98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68DC-B8DA-BE4F-4F72-AEB45055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C93C-745E-921B-00A7-BDBD948F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to Assembly: What is wrong? ANS (</a:t>
            </a:r>
            <a:r>
              <a:rPr lang="en-US" dirty="0" err="1"/>
              <a:t>cnt</a:t>
            </a:r>
            <a:r>
              <a:rPr lang="en-US" dirty="0"/>
              <a:t> declared as </a:t>
            </a:r>
            <a:r>
              <a:rPr lang="en-US" dirty="0">
                <a:solidFill>
                  <a:srgbClr val="C00000"/>
                </a:solidFill>
              </a:rPr>
              <a:t>unsigned int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5B988-53AC-26E4-848B-85E2BFEE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ACAD3-E94E-D346-CA61-9CE8EE8A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13325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altLang="zh-CN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r0 with 11 (exit when cnt reaches 11)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11,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E525A6-367C-C461-3368-E8BB9DE36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611172"/>
              </p:ext>
            </p:extLst>
          </p:nvPr>
        </p:nvGraphicFramePr>
        <p:xfrm>
          <a:off x="457200" y="39624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altLang="zh-CN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 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BHI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E425-B5DA-C69E-7063-C29F8FC2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E812-A261-B631-594F-6BE9D79E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  <a:r>
              <a:rPr lang="en-US" altLang="zh-CN" dirty="0"/>
              <a:t>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928FF-A2D1-043A-2637-6F445ECC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2F7753-A83D-ABF3-D334-31D349B3E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77818"/>
              </p:ext>
            </p:extLst>
          </p:nvPr>
        </p:nvGraphicFramePr>
        <p:xfrm>
          <a:off x="457200" y="13335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SUB r0, r0, #1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 (no S suffix: flags not updated)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BNE  loop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B7468F-F6CD-9D27-E99A-40FA8CBFE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56205"/>
              </p:ext>
            </p:extLst>
          </p:nvPr>
        </p:nvGraphicFramePr>
        <p:xfrm>
          <a:off x="457200" y="338328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 check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 SUB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check: BNE  loop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CEE76-4050-DF76-FC15-2F0C19F09623}"/>
              </a:ext>
            </a:extLst>
          </p:cNvPr>
          <p:cNvSpPr txBox="1"/>
          <p:nvPr/>
        </p:nvSpPr>
        <p:spPr>
          <a:xfrm>
            <a:off x="574548" y="5433060"/>
            <a:ext cx="7918704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Error:  BNE tests stale condition flags (typically an infinite loop) because SUB without the S suffix does not update the CPU condition flags.</a:t>
            </a:r>
          </a:p>
          <a:p>
            <a:r>
              <a:rPr lang="en-US" sz="1600" dirty="0"/>
              <a:t>ANS: use SUBS to set flags;  (optionally) add a B check before loop body</a:t>
            </a:r>
          </a:p>
          <a:p>
            <a:r>
              <a:rPr lang="en-US" sz="1600" dirty="0"/>
              <a:t>(W</a:t>
            </a:r>
            <a:r>
              <a:rPr lang="en-US" altLang="zh-CN" sz="1600" dirty="0"/>
              <a:t>ith or without “B check”, </a:t>
            </a:r>
            <a:r>
              <a:rPr lang="en-US" sz="1600" dirty="0"/>
              <a:t>program behavior is the same if </a:t>
            </a:r>
            <a:r>
              <a:rPr lang="en-US" sz="1600" dirty="0" err="1"/>
              <a:t>cnt</a:t>
            </a:r>
            <a:r>
              <a:rPr lang="en-US" sz="1600" dirty="0"/>
              <a:t> = r0 = 10 initially, but different if </a:t>
            </a:r>
            <a:r>
              <a:rPr lang="en-US" sz="1600" dirty="0" err="1"/>
              <a:t>cnt</a:t>
            </a:r>
            <a:r>
              <a:rPr lang="en-US" sz="1600" dirty="0"/>
              <a:t> = r0 = 0 initially. c.f. pp 22-25 in Ch6 lecture on while loop and do-while loop. )</a:t>
            </a:r>
          </a:p>
        </p:txBody>
      </p:sp>
    </p:spTree>
    <p:extLst>
      <p:ext uri="{BB962C8B-B14F-4D97-AF65-F5344CB8AC3E}">
        <p14:creationId xmlns:p14="http://schemas.microsoft.com/office/powerpoint/2010/main" val="110334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Assembly, fill in blank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BB78-6632-8826-7CCC-63CDB859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C to Assembly ANS (assuming </a:t>
            </a:r>
            <a:r>
              <a:rPr lang="en-US" sz="2800" dirty="0" err="1"/>
              <a:t>cnt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signed int</a:t>
            </a:r>
            <a:r>
              <a:rPr lang="en-US" sz="28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D1E37-C382-D28F-3A6C-608C5EA1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28BAFB-31B9-50D7-C887-1C2776C89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33987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376573-3C10-262F-B16F-802FF655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66021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6EA7A-8E49-2A0D-7E31-D74230DED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29494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64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93EB-7596-F616-AF10-B56C714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2C3D-50C9-155E-0B61-ED370CF6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400" dirty="0"/>
              <a:t>C to Assembly ANS (assuming </a:t>
            </a:r>
            <a:r>
              <a:rPr lang="en-US" sz="2400" dirty="0" err="1"/>
              <a:t>cnt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FF0000"/>
                </a:solidFill>
              </a:rPr>
              <a:t>unsigned int</a:t>
            </a:r>
            <a:r>
              <a:rPr lang="en-US" sz="24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A6C34-AEF6-2E16-E844-DCF42412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2F96EE-5AF2-5B15-C1BC-FAF0F3A2A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0780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656193-ACA0-132F-342B-32551931A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2141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6FC88E-1B42-B337-08A1-D33AD966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39709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BHI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65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3974-FBE4-3E33-C0C7-A305FF3B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9A04E-432A-8B8D-58D1-5B0EEC3A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CE71F4-FEE2-6A98-A460-FF08F576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69784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33C7BF-FB1E-BE65-9F1D-432DB1AEB47E}"/>
              </a:ext>
            </a:extLst>
          </p:cNvPr>
          <p:cNvSpPr txBox="1"/>
          <p:nvPr/>
        </p:nvSpPr>
        <p:spPr>
          <a:xfrm>
            <a:off x="457200" y="3088481"/>
            <a:ext cx="8305800" cy="3693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BPL, Branch if </a:t>
            </a:r>
            <a:r>
              <a:rPr lang="en-US" dirty="0" err="1"/>
              <a:t>PLus</a:t>
            </a:r>
            <a:r>
              <a:rPr lang="en-US" dirty="0"/>
              <a:t> (Positive or Zero, N = 0), tests the Negative flag N=0 (i.e., r0 &gt;=0). Starting from 10 and decrementing, N stays 0 for 10 down to 0, so BPL would still branch at r0 = 0. Then SUBS makes r0 = −1, which sets N = 1, so BPL does not branch and the loop exits. Hence BPL allows the loop to run at 0 and overshoot by one iteration.</a:t>
            </a:r>
          </a:p>
          <a:p>
            <a:r>
              <a:rPr lang="en-US" b="1" dirty="0"/>
              <a:t>What’s wrong:</a:t>
            </a:r>
            <a:r>
              <a:rPr lang="en-US" dirty="0"/>
              <a:t> BPL tests for ≥ 0, not &gt; 0 → extra iteration.</a:t>
            </a:r>
            <a:br>
              <a:rPr lang="en-US" dirty="0"/>
            </a:br>
            <a:r>
              <a:rPr lang="en-US" b="1" dirty="0"/>
              <a:t>How to fix:</a:t>
            </a:r>
            <a:r>
              <a:rPr lang="en-US" dirty="0"/>
              <a:t> Replace BPL loop with BGT loop.</a:t>
            </a:r>
          </a:p>
          <a:p>
            <a:r>
              <a:rPr lang="en-US" dirty="0"/>
              <a:t>If the loop variable were unsigned, you’d instead use BHI (“branch if higher”) for the same effect.</a:t>
            </a:r>
          </a:p>
          <a:p>
            <a:r>
              <a:rPr lang="en-US" b="1" dirty="0"/>
              <a:t>Quiz</a:t>
            </a:r>
            <a:r>
              <a:rPr lang="en-US" dirty="0"/>
              <a:t>: is BPL same as BGE?</a:t>
            </a:r>
          </a:p>
          <a:p>
            <a:r>
              <a:rPr lang="en-US" dirty="0"/>
              <a:t>ANS: No. PL checks N == 0; GE checks N == V. In this program BGE and BPL have the same behavior, since you never have signed overflow. But in general not, in case of signed overflow V = 1, c.f. p. 16 in Ch6 lecture “Signed Comparison Examples”</a:t>
            </a:r>
          </a:p>
        </p:txBody>
      </p:sp>
    </p:spTree>
    <p:extLst>
      <p:ext uri="{BB962C8B-B14F-4D97-AF65-F5344CB8AC3E}">
        <p14:creationId xmlns:p14="http://schemas.microsoft.com/office/powerpoint/2010/main" val="3558794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F016-4C8B-F6CB-CAF4-68B46931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EA6B-8952-40EB-3949-6B58071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C4BA2-E8FF-80CA-AD47-94FDF9E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A28E5-49A3-66F7-990B-B2B6CBD193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A6033-F35D-AA78-84E4-0829739E30D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19200"/>
          <a:ext cx="82296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0; i = i - 1)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;R2 = array(i)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R2, R2, #3 ; R2 = R2&lt;&lt;3 = R2*8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R2, [R0, R1, LSL #2] ;array(i)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R1, R1, #1 ; i=i-1 and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BPL FOR ; if (i &gt;= 0) repeat loop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96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594624"/>
              </p:ext>
            </p:extLst>
          </p:nvPr>
        </p:nvGraphicFramePr>
        <p:xfrm>
          <a:off x="457200" y="1219200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A810-5A85-6DBF-465F-279D9368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FF15-20BD-DD2B-C761-29053EDB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A734A-5388-0D64-9AF4-4B261562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740779"/>
              </p:ext>
            </p:extLst>
          </p:nvPr>
        </p:nvGraphicFramePr>
        <p:xfrm>
          <a:off x="457200" y="1219200"/>
          <a:ext cx="81534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BEQ DONE ; if (pow==128) exit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292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2A59-F038-62BC-DB24-F3767D28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9BA87-6233-0191-8942-402FBC34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FF33C-95D3-FC49-619D-245E001990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962400"/>
            <a:ext cx="8229600" cy="2194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Edge case:</a:t>
            </a:r>
            <a:r>
              <a:rPr lang="en-US" dirty="0"/>
              <a:t> If r0 starts as 128 (zero-iteration case), this version will execute the body once (doubling to 256 and incrementing r1) before checking — i.e., wrong for that initial condition, c.f. pp 22-25 in Ch6 lecture on while loop and do-while loop. To handle the edge case, add a branch to “CMP r0, #128” before the WHILE (adding a label to the CMP instruction)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14D9C-0132-5D4B-D5F1-3CEDF2732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05743"/>
              </p:ext>
            </p:extLst>
          </p:nvPr>
        </p:nvGraphicFramePr>
        <p:xfrm>
          <a:off x="495300" y="129413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BNE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249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C34C-8318-37CF-CF5A-C65D4A6D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22E-7014-BD8E-E9B0-11BB41A1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D004C-3271-3ECE-4454-85192335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09069"/>
              </p:ext>
            </p:extLst>
          </p:nvPr>
        </p:nvGraphicFramePr>
        <p:xfrm>
          <a:off x="457200" y="1143000"/>
          <a:ext cx="845820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1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1461-8515-067B-55F4-32C107B5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4E9F-FC0A-B769-C493-7D11B617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366BD-4DE5-0E68-4E8C-960C4C881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57997"/>
              </p:ext>
            </p:extLst>
          </p:nvPr>
        </p:nvGraphicFramePr>
        <p:xfrm>
          <a:off x="457200" y="1143000"/>
          <a:ext cx="84582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bgt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end          /* branch if r2 &gt; 22 to end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FCA94F-BDFA-FAB8-7F7B-C145EFA53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10226"/>
              </p:ext>
            </p:extLst>
          </p:nvPr>
        </p:nvGraphicFramePr>
        <p:xfrm>
          <a:off x="457200" y="3657600"/>
          <a:ext cx="84582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check_loop     /* unconditionally jump at the end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check_loop: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ble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/* branch if r2 &lt;= 22 to the beginning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958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BFE7-7073-C68E-2006-9970D7D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34DAE-C88B-1E10-FF25-4C3EABEE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73E4-08C5-4EFD-D763-43D45C86FF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 Program 1:</a:t>
            </a:r>
          </a:p>
          <a:p>
            <a:pPr lvl="1"/>
            <a:r>
              <a:rPr lang="en-US" dirty="0"/>
              <a:t>Two branches per iteration in the steady state: a conditional (</a:t>
            </a:r>
            <a:r>
              <a:rPr lang="en-US" dirty="0" err="1"/>
              <a:t>cmp</a:t>
            </a:r>
            <a:r>
              <a:rPr lang="en-US" dirty="0"/>
              <a:t> + </a:t>
            </a:r>
            <a:r>
              <a:rPr lang="en-US" dirty="0" err="1"/>
              <a:t>bgt</a:t>
            </a:r>
            <a:r>
              <a:rPr lang="en-US" dirty="0"/>
              <a:t>) and an unconditional b loop. That increases dynamic branch count.</a:t>
            </a:r>
          </a:p>
          <a:p>
            <a:r>
              <a:rPr lang="en-US" dirty="0"/>
              <a:t>Assembly Program 2:</a:t>
            </a:r>
          </a:p>
          <a:p>
            <a:pPr lvl="1"/>
            <a:r>
              <a:rPr lang="en-US" dirty="0"/>
              <a:t>Only one conditional branch per iteration (the </a:t>
            </a:r>
            <a:r>
              <a:rPr lang="en-US" dirty="0" err="1"/>
              <a:t>ble</a:t>
            </a:r>
            <a:r>
              <a:rPr lang="en-US" dirty="0"/>
              <a:t>), after the body — fewer dynamic branches overall. In steady-state this is usually faster. </a:t>
            </a:r>
          </a:p>
          <a:p>
            <a:pPr lvl="1"/>
            <a:r>
              <a:rPr lang="en-US" dirty="0"/>
              <a:t>Better steady-state throughput and fewer branch misprediction opportunities in hot loops (one backward taken conditional is a canonical, well-predicted pattern).</a:t>
            </a:r>
          </a:p>
        </p:txBody>
      </p:sp>
    </p:spTree>
    <p:extLst>
      <p:ext uri="{BB962C8B-B14F-4D97-AF65-F5344CB8AC3E}">
        <p14:creationId xmlns:p14="http://schemas.microsoft.com/office/powerpoint/2010/main" val="3501330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d0,d1,...d29,d30,d31.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9CA-42B3-B605-E8A7-359167C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6B5B-A6C0-DC4C-DEB4-8732098D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21D49-2F4C-52CF-C331-66D1689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C8B17-C01D-A13D-3A3B-0B0D369E64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3" y="1280795"/>
            <a:ext cx="41148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ANS: </a:t>
            </a:r>
          </a:p>
          <a:p>
            <a:pPr lvl="1"/>
            <a:r>
              <a:rPr lang="en-US" dirty="0"/>
              <a:t>; Reverse bits in r0, result in r1</a:t>
            </a:r>
          </a:p>
          <a:p>
            <a:pPr lvl="1"/>
            <a:r>
              <a:rPr lang="en-US" dirty="0"/>
              <a:t>MOV r1, #0          ; Initialize result</a:t>
            </a:r>
          </a:p>
          <a:p>
            <a:pPr lvl="1"/>
            <a:r>
              <a:rPr lang="en-US" dirty="0"/>
              <a:t>MOV r2, #32         ; Bit counter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reverse_loop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r2,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reverse_end</a:t>
            </a:r>
            <a:endParaRPr lang="en-US" dirty="0"/>
          </a:p>
          <a:p>
            <a:pPr lvl="1"/>
            <a:r>
              <a:rPr lang="en-US" dirty="0"/>
              <a:t>    LSL r1, r1, #1    ; Shift result left</a:t>
            </a:r>
          </a:p>
          <a:p>
            <a:pPr lvl="1"/>
            <a:r>
              <a:rPr lang="en-US" dirty="0"/>
              <a:t>    AND r3, r0, #1   ; Get LSB of r0</a:t>
            </a:r>
          </a:p>
          <a:p>
            <a:pPr lvl="1"/>
            <a:r>
              <a:rPr lang="en-US" dirty="0"/>
              <a:t>    ORR r1, r1, r3    ; Add to result</a:t>
            </a:r>
          </a:p>
          <a:p>
            <a:pPr lvl="1"/>
            <a:r>
              <a:rPr lang="en-US" dirty="0"/>
              <a:t>    LSR r0, r0, #1    ; Shift r0 right</a:t>
            </a:r>
          </a:p>
          <a:p>
            <a:pPr lvl="1"/>
            <a:r>
              <a:rPr lang="en-US" dirty="0"/>
              <a:t>    SUB r2, r2, #1    ; Decrement counter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reverse_loop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reverse_end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7D098B-7A33-76F5-883C-E025A8679A7A}"/>
              </a:ext>
            </a:extLst>
          </p:cNvPr>
          <p:cNvSpPr txBox="1">
            <a:spLocks/>
          </p:cNvSpPr>
          <p:nvPr/>
        </p:nvSpPr>
        <p:spPr>
          <a:xfrm>
            <a:off x="3886200" y="1197428"/>
            <a:ext cx="5181600" cy="566057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Example with 8 bits:</a:t>
            </a:r>
          </a:p>
          <a:p>
            <a:r>
              <a:rPr lang="en-US" sz="1400" dirty="0"/>
              <a:t>Let input r0 = 0b1011_0010</a:t>
            </a:r>
          </a:p>
          <a:p>
            <a:r>
              <a:rPr lang="en-US" sz="1400" dirty="0"/>
              <a:t>Initialize r1 = 0,</a:t>
            </a:r>
            <a:r>
              <a:rPr lang="en-US" sz="1400" dirty="0">
                <a:solidFill>
                  <a:srgbClr val="FF0000"/>
                </a:solidFill>
              </a:rPr>
              <a:t> r2 = 8 (bit counter)</a:t>
            </a:r>
            <a:r>
              <a:rPr lang="en-US" sz="1400" dirty="0"/>
              <a:t> </a:t>
            </a:r>
            <a:r>
              <a:rPr lang="en-US" altLang="zh-CN" sz="1400" dirty="0"/>
              <a:t>for illustration purpose</a:t>
            </a:r>
            <a:r>
              <a:rPr lang="en-US" sz="1400" dirty="0"/>
              <a:t>,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and r3 is the scratch for the extracted bit; the loop body runs 8 times.</a:t>
            </a:r>
          </a:p>
          <a:p>
            <a:r>
              <a:rPr lang="en-US" sz="1400" b="1" dirty="0"/>
              <a:t>Iteration 1</a:t>
            </a:r>
          </a:p>
          <a:p>
            <a:r>
              <a:rPr lang="en-US" sz="1400" dirty="0"/>
              <a:t>LSL r1, r1, #1: r1 = 0 &lt;&lt; 1 = 0.</a:t>
            </a:r>
          </a:p>
          <a:p>
            <a:r>
              <a:rPr lang="en-US" sz="1400" dirty="0"/>
              <a:t>AND r3, r0, #1: r3 = 0b1011_0010 &amp; 1 = 0 (LSB of r0 is 0).</a:t>
            </a:r>
          </a:p>
          <a:p>
            <a:r>
              <a:rPr lang="en-US" sz="1400" dirty="0"/>
              <a:t>ORR r1, r1, r3: r1 = 0 | 0 = 0.</a:t>
            </a:r>
          </a:p>
          <a:p>
            <a:r>
              <a:rPr lang="en-US" sz="1400" dirty="0"/>
              <a:t>LSR r0, r0, #1: r0 = 0b0101_1001 (shift right, next LSB becomes current).</a:t>
            </a:r>
          </a:p>
          <a:p>
            <a:r>
              <a:rPr lang="en-US" sz="1400" dirty="0"/>
              <a:t>SUB r2, r2, #1: r2 = 7.</a:t>
            </a:r>
          </a:p>
          <a:p>
            <a:r>
              <a:rPr lang="en-US" sz="1400" dirty="0"/>
              <a:t>Effect:  The first output bit appears at the LSB of r1 and equals original d0.</a:t>
            </a:r>
          </a:p>
          <a:p>
            <a:r>
              <a:rPr lang="en-US" sz="1400" b="1" dirty="0"/>
              <a:t>Iteration 2</a:t>
            </a:r>
          </a:p>
          <a:p>
            <a:r>
              <a:rPr lang="en-US" sz="1400" dirty="0"/>
              <a:t>LSL r1: r1 = 0 &lt;&lt; 1 = 0.</a:t>
            </a:r>
          </a:p>
          <a:p>
            <a:r>
              <a:rPr lang="en-US" sz="1400" dirty="0"/>
              <a:t>AND r3, r0, #1: r3 = 0b0101_1001 &amp; 1 = 1 (new LSB is 1).</a:t>
            </a:r>
          </a:p>
          <a:p>
            <a:r>
              <a:rPr lang="en-US" sz="1400" dirty="0"/>
              <a:t>ORR r1, r1, r3: r1 = 0 | 1 = 1 (now r1 = 0b0000_0001).</a:t>
            </a:r>
          </a:p>
          <a:p>
            <a:r>
              <a:rPr lang="en-US" sz="1400" dirty="0"/>
              <a:t>LSR r0: r0 = 0b0010_1100.</a:t>
            </a:r>
          </a:p>
          <a:p>
            <a:r>
              <a:rPr lang="en-US" sz="1400" dirty="0"/>
              <a:t>SUB r2: r2 = 6.</a:t>
            </a:r>
          </a:p>
          <a:p>
            <a:r>
              <a:rPr lang="en-US" sz="1400" dirty="0"/>
              <a:t>Effect: r1 now holds 01, which are the bits “d0 d1”.</a:t>
            </a:r>
          </a:p>
          <a:p>
            <a:r>
              <a:rPr lang="en-US" sz="1400" dirty="0"/>
              <a:t>On each subsequent iteration, r1 is shifted left before inserting the next bit, so earlier bits move toward the MSB while the newly inserted bit always starts at the LSB; over the whole loop, this builds the reversed word with the earliest extracted bits ending up toward the MSB by the end.</a:t>
            </a:r>
          </a:p>
        </p:txBody>
      </p:sp>
    </p:spTree>
    <p:extLst>
      <p:ext uri="{BB962C8B-B14F-4D97-AF65-F5344CB8AC3E}">
        <p14:creationId xmlns:p14="http://schemas.microsoft.com/office/powerpoint/2010/main" val="3866648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DFB1-F357-68E2-175B-2C5C6C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D91B-CCB1-1FF1-5A3E-E3A233A2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3D79-E0FB-0BC2-C900-A473C86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8EDD-ADE2-ED0A-3035-5EABE2583A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Method 1: Compare instruction</a:t>
            </a:r>
          </a:p>
          <a:p>
            <a:pPr lvl="1"/>
            <a:r>
              <a:rPr lang="en-US" dirty="0"/>
              <a:t>CMP r0, r1</a:t>
            </a:r>
          </a:p>
          <a:p>
            <a:pPr lvl="1"/>
            <a:r>
              <a:rPr lang="en-US" dirty="0"/>
              <a:t>; Method 2: Exclusive OR</a:t>
            </a:r>
          </a:p>
          <a:p>
            <a:pPr lvl="1"/>
            <a:r>
              <a:rPr lang="en-US" dirty="0"/>
              <a:t>EORS r2, r0, r1  ; If equal, result is zero and Z flag set</a:t>
            </a:r>
          </a:p>
          <a:p>
            <a:pPr lvl="1"/>
            <a:r>
              <a:rPr lang="en-US" dirty="0"/>
              <a:t>; Method 3: Subtract and test</a:t>
            </a:r>
          </a:p>
          <a:p>
            <a:pPr lvl="1"/>
            <a:r>
              <a:rPr lang="en-US" dirty="0"/>
              <a:t>SUBS r2, r0, r1  ; If equal, result is zero and Z flag set</a:t>
            </a:r>
          </a:p>
          <a:p>
            <a:pPr lvl="1"/>
            <a:r>
              <a:rPr lang="en-US" dirty="0"/>
              <a:t>The effect on flags are the same for CMP and SUBS, except CMP discards the result of the subtraction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11430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BE69-79FC-AC78-9289-90E2DF96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86BD-84A0-8013-8D00-D4806A6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44054-91F4-1D97-9E7A-B6455D7253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</a:t>
            </a:r>
          </a:p>
          <a:p>
            <a:pPr lvl="1"/>
            <a:r>
              <a:rPr lang="en-US" dirty="0"/>
              <a:t>Compare registers r6 and r8 only if Z is clear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Plus, Positive or Zero, (N=0).  Add r3 and r6 only if N is clear, store in r7</a:t>
            </a:r>
          </a:p>
          <a:p>
            <a:pPr lvl="1"/>
            <a:r>
              <a:rPr lang="en-US" dirty="0"/>
              <a:t>ADDPL r7, r3, r6</a:t>
            </a:r>
          </a:p>
          <a:p>
            <a:pPr lvl="1"/>
            <a:r>
              <a:rPr lang="en-US" dirty="0"/>
              <a:t>; HI, Unsigned Higher, (C=1 &amp; Z=0). Multiply r7 and r12, put result in r3 only if C is set and Z is clear</a:t>
            </a:r>
          </a:p>
          <a:p>
            <a:pPr lvl="1"/>
            <a:r>
              <a:rPr lang="en-US" dirty="0"/>
              <a:t>MULHI r3, r7, r12</a:t>
            </a:r>
          </a:p>
          <a:p>
            <a:pPr lvl="1"/>
            <a:r>
              <a:rPr lang="en-US" dirty="0"/>
              <a:t>; NE, Not equal (Z=0). Compare r6 and r8 only if Z is clear</a:t>
            </a:r>
          </a:p>
          <a:p>
            <a:pPr lvl="1"/>
            <a:r>
              <a:rPr lang="en-US" dirty="0"/>
              <a:t>CMPNE r6, r8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27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D518-09E9-3CD6-D9C0-ABABDD47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79E-7DDE-ACAB-E9A4-40598C65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B89A-7B68-155D-7061-BE05A8DA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C4A95-33F3-BABE-565A-E12BD4DB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42489"/>
              </p:ext>
            </p:extLst>
          </p:nvPr>
        </p:nvGraphicFramePr>
        <p:xfrm>
          <a:off x="990600" y="12954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C10A8C-B88B-BA01-723F-3EF7F7464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69242"/>
              </p:ext>
            </p:extLst>
          </p:nvPr>
        </p:nvGraphicFramePr>
        <p:xfrm>
          <a:off x="990600" y="2558143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&lt;= 0)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0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kumimoji="0" lang="pt-BR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C02443-040B-0C53-44B2-CAD7E2F6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12400"/>
              </p:ext>
            </p:extLst>
          </p:nvPr>
        </p:nvGraphicFramePr>
        <p:xfrm>
          <a:off x="990600" y="3820886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‘A’ || x == 'B')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92F4A4-9CAB-E225-8865-5019BEAE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53167"/>
              </p:ext>
            </p:extLst>
          </p:nvPr>
        </p:nvGraphicFramePr>
        <p:xfrm>
          <a:off x="990600" y="4881499"/>
          <a:ext cx="7391400" cy="1402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#’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’ 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%incorrect, since the 1st CMP sets flags that are overwritten by the 2nd CMP</a:t>
                      </a:r>
                      <a:endParaRPr kumimoji="0" lang="pt-BR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‘A’ || x == 'B')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637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E3F5-48A1-1259-2939-01C73616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2DFE-415C-E925-2881-4415892C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D6F19-7B0D-5790-77C2-AB5681AB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C577B-1FF5-F77F-BF4E-5BAE6A56A1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832AA0-E233-FF6A-1E2F-808AF36F42FB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...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72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4003</TotalTime>
  <Words>6611</Words>
  <Application>Microsoft Office PowerPoint</Application>
  <PresentationFormat>On-screen Show (4:3)</PresentationFormat>
  <Paragraphs>874</Paragraphs>
  <Slides>40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 ANS</vt:lpstr>
      <vt:lpstr>Pseudocode to Assembly</vt:lpstr>
      <vt:lpstr>Pseudocode to Assembly ANS</vt:lpstr>
      <vt:lpstr>Assembly Program Understanding</vt:lpstr>
      <vt:lpstr>Assembly Program Understanding ANS</vt:lpstr>
      <vt:lpstr>C to Assembly</vt:lpstr>
      <vt:lpstr>C to Assembly ANS</vt:lpstr>
      <vt:lpstr>C to Assembly ANS 2</vt:lpstr>
      <vt:lpstr>C to Assembly</vt:lpstr>
      <vt:lpstr>C to Assembly ANS</vt:lpstr>
      <vt:lpstr>C to Assembly: What is wrong?</vt:lpstr>
      <vt:lpstr>C to Assembly: What is wrong? ANS (cnt declared as signed int)</vt:lpstr>
      <vt:lpstr>C to Assembly: What is wrong? ANS (cnt declared as unsigned int)</vt:lpstr>
      <vt:lpstr>C to Assembly: What is wrong? ANS</vt:lpstr>
      <vt:lpstr>C to Assembly, fill in blank</vt:lpstr>
      <vt:lpstr>C to Assembly ANS (assuming cnt is signed int)</vt:lpstr>
      <vt:lpstr>C to Assembly ANS (assuming cnt is unsigned int)</vt:lpstr>
      <vt:lpstr>C to Assembly: What is wrong? </vt:lpstr>
      <vt:lpstr>C to Assembly: What is wrong? ANS</vt:lpstr>
      <vt:lpstr>C to Assembly</vt:lpstr>
      <vt:lpstr>C to Assembly ANS </vt:lpstr>
      <vt:lpstr>C to Assembly</vt:lpstr>
      <vt:lpstr>C to Assembly ANS </vt:lpstr>
      <vt:lpstr>C to Assembly ANS </vt:lpstr>
      <vt:lpstr>C to Assembly</vt:lpstr>
      <vt:lpstr>C to Assembly ANS </vt:lpstr>
      <vt:lpstr>C to Assembly ANS </vt:lpstr>
      <vt:lpstr>Assembly Programming</vt:lpstr>
      <vt:lpstr>Assembly Programming ANS</vt:lpstr>
      <vt:lpstr>Test for Equal</vt:lpstr>
      <vt:lpstr>Test for Equal ANS</vt:lpstr>
      <vt:lpstr>Summary: Condition Codes </vt:lpstr>
      <vt:lpstr>Conditional Instructions</vt:lpstr>
      <vt:lpstr>Conditional Instructions ANS</vt:lpstr>
      <vt:lpstr>Assembly to C</vt:lpstr>
      <vt:lpstr>Assembly to C ANS</vt:lpstr>
      <vt:lpstr>Conditional Execution</vt:lpstr>
      <vt:lpstr>Conditional Execution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225</cp:revision>
  <cp:lastPrinted>2018-02-28T12:51:32Z</cp:lastPrinted>
  <dcterms:created xsi:type="dcterms:W3CDTF">2014-02-09T17:12:51Z</dcterms:created>
  <dcterms:modified xsi:type="dcterms:W3CDTF">2026-04-09T13:22:48Z</dcterms:modified>
</cp:coreProperties>
</file>