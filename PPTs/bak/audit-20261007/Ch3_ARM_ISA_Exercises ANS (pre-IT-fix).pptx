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17" r:id="rId2"/>
  </p:sldMasterIdLst>
  <p:notesMasterIdLst>
    <p:notesMasterId r:id="rId19"/>
  </p:notesMasterIdLst>
  <p:sldIdLst>
    <p:sldId id="344" r:id="rId3"/>
    <p:sldId id="363" r:id="rId4"/>
    <p:sldId id="364" r:id="rId5"/>
    <p:sldId id="356" r:id="rId6"/>
    <p:sldId id="357" r:id="rId7"/>
    <p:sldId id="358" r:id="rId8"/>
    <p:sldId id="359" r:id="rId9"/>
    <p:sldId id="774" r:id="rId10"/>
    <p:sldId id="369" r:id="rId11"/>
    <p:sldId id="370" r:id="rId12"/>
    <p:sldId id="345" r:id="rId13"/>
    <p:sldId id="346" r:id="rId14"/>
    <p:sldId id="367" r:id="rId15"/>
    <p:sldId id="368" r:id="rId16"/>
    <p:sldId id="365" r:id="rId17"/>
    <p:sldId id="366" r:id="rId18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6FEC8-826F-4B77-A8F0-C31B5D60550C}" v="108" dt="2025-09-04T20:09:04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3699"/>
  </p:normalViewPr>
  <p:slideViewPr>
    <p:cSldViewPr>
      <p:cViewPr varScale="1">
        <p:scale>
          <a:sx n="77" d="100"/>
          <a:sy n="77" d="100"/>
        </p:scale>
        <p:origin x="15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delMainMaster">
      <pc:chgData name="Zonghua Gu" userId="9a7e1853e1951ef5" providerId="LiveId" clId="{CF1FAA12-072C-4ED5-BA76-0FFFAEFDB88A}" dt="2025-09-04T20:09:44.465" v="254" actId="20577"/>
      <pc:docMkLst>
        <pc:docMk/>
      </pc:docMkLst>
      <pc:sldChg chg="del">
        <pc:chgData name="Zonghua Gu" userId="9a7e1853e1951ef5" providerId="LiveId" clId="{CF1FAA12-072C-4ED5-BA76-0FFFAEFDB88A}" dt="2025-09-04T20:09:20.572" v="247" actId="47"/>
        <pc:sldMkLst>
          <pc:docMk/>
          <pc:sldMk cId="4290701864" sldId="343"/>
        </pc:sldMkLst>
      </pc:sldChg>
      <pc:sldChg chg="modSp mod">
        <pc:chgData name="Zonghua Gu" userId="9a7e1853e1951ef5" providerId="LiveId" clId="{CF1FAA12-072C-4ED5-BA76-0FFFAEFDB88A}" dt="2025-09-04T20:09:44.465" v="254" actId="20577"/>
        <pc:sldMkLst>
          <pc:docMk/>
          <pc:sldMk cId="674451106" sldId="344"/>
        </pc:sldMkLst>
        <pc:spChg chg="mod">
          <ac:chgData name="Zonghua Gu" userId="9a7e1853e1951ef5" providerId="LiveId" clId="{CF1FAA12-072C-4ED5-BA76-0FFFAEFDB88A}" dt="2025-09-04T20:09:44.465" v="254" actId="20577"/>
          <ac:spMkLst>
            <pc:docMk/>
            <pc:sldMk cId="674451106" sldId="344"/>
            <ac:spMk id="1638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04T19:21:29.553" v="5" actId="47"/>
        <pc:sldMkLst>
          <pc:docMk/>
          <pc:sldMk cId="3184772370" sldId="353"/>
        </pc:sldMkLst>
      </pc:sldChg>
      <pc:sldChg chg="addSp delSp modSp mod modAnim">
        <pc:chgData name="Zonghua Gu" userId="9a7e1853e1951ef5" providerId="LiveId" clId="{CF1FAA12-072C-4ED5-BA76-0FFFAEFDB88A}" dt="2025-09-04T20:06:08.165" v="185" actId="478"/>
        <pc:sldMkLst>
          <pc:docMk/>
          <pc:sldMk cId="3486040908" sldId="363"/>
        </pc:sldMkLst>
        <pc:spChg chg="del">
          <ac:chgData name="Zonghua Gu" userId="9a7e1853e1951ef5" providerId="LiveId" clId="{CF1FAA12-072C-4ED5-BA76-0FFFAEFDB88A}" dt="2025-09-04T20:04:29.921" v="99" actId="478"/>
          <ac:spMkLst>
            <pc:docMk/>
            <pc:sldMk cId="3486040908" sldId="363"/>
            <ac:spMk id="4" creationId="{00000000-0000-0000-0000-000000000000}"/>
          </ac:spMkLst>
        </pc:spChg>
        <pc:spChg chg="add mod">
          <ac:chgData name="Zonghua Gu" userId="9a7e1853e1951ef5" providerId="LiveId" clId="{CF1FAA12-072C-4ED5-BA76-0FFFAEFDB88A}" dt="2025-09-04T20:05:21.918" v="171" actId="20577"/>
          <ac:spMkLst>
            <pc:docMk/>
            <pc:sldMk cId="3486040908" sldId="363"/>
            <ac:spMk id="5" creationId="{49EAAEAC-5A83-FC31-3AD1-D95A0084E014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3" creationId="{32139613-6F00-189E-A3E7-E5782922CBC4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4" creationId="{78CA3B04-30BA-AB52-96CE-C4D0D46EBB0E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5" creationId="{23CD2F51-C323-A016-AE65-89BBE14397AE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6" creationId="{3604BC0F-A245-42B3-C099-6BBF3E77DA07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7" creationId="{92DF79D3-BC63-01D9-8A39-ECF46F38BC95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18" creationId="{0169F1EE-91D8-E398-DD9D-52F4AB1EE7FB}"/>
          </ac:spMkLst>
        </pc:spChg>
        <pc:spChg chg="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22" creationId="{2C9B86DC-C9E1-CB88-7CD3-681B277B4DE8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25" creationId="{3BADE73D-7CA6-218E-0220-1DF06272FAF8}"/>
          </ac:spMkLst>
        </pc:spChg>
        <pc:spChg chg="add mod">
          <ac:chgData name="Zonghua Gu" userId="9a7e1853e1951ef5" providerId="LiveId" clId="{CF1FAA12-072C-4ED5-BA76-0FFFAEFDB88A}" dt="2025-09-04T20:06:02.243" v="183"/>
          <ac:spMkLst>
            <pc:docMk/>
            <pc:sldMk cId="3486040908" sldId="363"/>
            <ac:spMk id="27" creationId="{879C1593-9919-82DF-B1C1-1207903CD675}"/>
          </ac:spMkLst>
        </pc:spChg>
        <pc:spChg chg="add del mod">
          <ac:chgData name="Zonghua Gu" userId="9a7e1853e1951ef5" providerId="LiveId" clId="{CF1FAA12-072C-4ED5-BA76-0FFFAEFDB88A}" dt="2025-09-04T20:06:06.963" v="184" actId="478"/>
          <ac:spMkLst>
            <pc:docMk/>
            <pc:sldMk cId="3486040908" sldId="363"/>
            <ac:spMk id="30" creationId="{6F5683ED-C36C-353F-8C79-33B2D340450B}"/>
          </ac:spMkLst>
        </pc:spChg>
        <pc:spChg chg="del">
          <ac:chgData name="Zonghua Gu" userId="9a7e1853e1951ef5" providerId="LiveId" clId="{CF1FAA12-072C-4ED5-BA76-0FFFAEFDB88A}" dt="2025-09-04T20:06:08.165" v="185" actId="478"/>
          <ac:spMkLst>
            <pc:docMk/>
            <pc:sldMk cId="3486040908" sldId="363"/>
            <ac:spMk id="31" creationId="{2CA57022-2CB8-EB3A-F5D2-A0953390ABC6}"/>
          </ac:spMkLst>
        </pc:spChg>
      </pc:sldChg>
      <pc:sldChg chg="addSp delSp modSp mod modAnim">
        <pc:chgData name="Zonghua Gu" userId="9a7e1853e1951ef5" providerId="LiveId" clId="{CF1FAA12-072C-4ED5-BA76-0FFFAEFDB88A}" dt="2025-09-04T20:07:55.093" v="243" actId="207"/>
        <pc:sldMkLst>
          <pc:docMk/>
          <pc:sldMk cId="3561992185" sldId="364"/>
        </pc:sldMkLst>
        <pc:spChg chg="mod">
          <ac:chgData name="Zonghua Gu" userId="9a7e1853e1951ef5" providerId="LiveId" clId="{CF1FAA12-072C-4ED5-BA76-0FFFAEFDB88A}" dt="2025-09-04T20:05:50.253" v="182" actId="14100"/>
          <ac:spMkLst>
            <pc:docMk/>
            <pc:sldMk cId="3561992185" sldId="364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04T20:00:22.474" v="29" actId="1076"/>
          <ac:spMkLst>
            <pc:docMk/>
            <pc:sldMk cId="3561992185" sldId="364"/>
            <ac:spMk id="7" creationId="{FB5D03F1-A762-F492-543B-9AD6EC9F9CD7}"/>
          </ac:spMkLst>
        </pc:spChg>
        <pc:spChg chg="add mod">
          <ac:chgData name="Zonghua Gu" userId="9a7e1853e1951ef5" providerId="LiveId" clId="{CF1FAA12-072C-4ED5-BA76-0FFFAEFDB88A}" dt="2025-09-04T20:00:22.474" v="29" actId="1076"/>
          <ac:spMkLst>
            <pc:docMk/>
            <pc:sldMk cId="3561992185" sldId="364"/>
            <ac:spMk id="8" creationId="{EE9EBAB1-3E91-1738-6671-40808660D47E}"/>
          </ac:spMkLst>
        </pc:spChg>
        <pc:spChg chg="mod">
          <ac:chgData name="Zonghua Gu" userId="9a7e1853e1951ef5" providerId="LiveId" clId="{CF1FAA12-072C-4ED5-BA76-0FFFAEFDB88A}" dt="2025-09-04T20:02:08.878" v="55" actId="6549"/>
          <ac:spMkLst>
            <pc:docMk/>
            <pc:sldMk cId="3561992185" sldId="364"/>
            <ac:spMk id="10" creationId="{F31FEC1C-ACD5-A713-4BFA-212468CF1CDB}"/>
          </ac:spMkLst>
        </pc:spChg>
        <pc:spChg chg="mod">
          <ac:chgData name="Zonghua Gu" userId="9a7e1853e1951ef5" providerId="LiveId" clId="{CF1FAA12-072C-4ED5-BA76-0FFFAEFDB88A}" dt="2025-09-04T20:02:07.684" v="54" actId="6549"/>
          <ac:spMkLst>
            <pc:docMk/>
            <pc:sldMk cId="3561992185" sldId="364"/>
            <ac:spMk id="11" creationId="{8901F92C-FFDE-99A5-2A39-F3A959892A58}"/>
          </ac:spMkLst>
        </pc:spChg>
        <pc:spChg chg="mod">
          <ac:chgData name="Zonghua Gu" userId="9a7e1853e1951ef5" providerId="LiveId" clId="{CF1FAA12-072C-4ED5-BA76-0FFFAEFDB88A}" dt="2025-09-04T20:02:05.883" v="53" actId="6549"/>
          <ac:spMkLst>
            <pc:docMk/>
            <pc:sldMk cId="3561992185" sldId="364"/>
            <ac:spMk id="12" creationId="{FBF8E902-648C-92E9-3599-30414D1EC9B3}"/>
          </ac:spMkLst>
        </pc:spChg>
        <pc:spChg chg="mod">
          <ac:chgData name="Zonghua Gu" userId="9a7e1853e1951ef5" providerId="LiveId" clId="{CF1FAA12-072C-4ED5-BA76-0FFFAEFDB88A}" dt="2025-09-04T20:02:02.426" v="52" actId="20577"/>
          <ac:spMkLst>
            <pc:docMk/>
            <pc:sldMk cId="3561992185" sldId="364"/>
            <ac:spMk id="13" creationId="{936169EB-F16E-DE3D-C69C-5E732BA948EB}"/>
          </ac:spMkLst>
        </pc:spChg>
        <pc:spChg chg="add mod">
          <ac:chgData name="Zonghua Gu" userId="9a7e1853e1951ef5" providerId="LiveId" clId="{CF1FAA12-072C-4ED5-BA76-0FFFAEFDB88A}" dt="2025-09-04T20:03:45.114" v="75" actId="404"/>
          <ac:spMkLst>
            <pc:docMk/>
            <pc:sldMk cId="3561992185" sldId="364"/>
            <ac:spMk id="14" creationId="{30136153-F36F-FA15-4D76-068229B88F7A}"/>
          </ac:spMkLst>
        </pc:spChg>
        <pc:spChg chg="add 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5" creationId="{679CB7C6-E157-92DF-797C-BCBEF1292FF3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6" creationId="{C7519806-F7FA-F088-EDA0-400A30CE0486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7" creationId="{E4A961C8-CAFC-5D62-A95B-EA81F6CE747D}"/>
          </ac:spMkLst>
        </pc:spChg>
        <pc:spChg chg="add 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18" creationId="{34AA8BB3-C5EF-3F77-86D2-DB1CCAEF36EC}"/>
          </ac:spMkLst>
        </pc:spChg>
        <pc:spChg chg="add mod">
          <ac:chgData name="Zonghua Gu" userId="9a7e1853e1951ef5" providerId="LiveId" clId="{CF1FAA12-072C-4ED5-BA76-0FFFAEFDB88A}" dt="2025-09-04T20:00:22.474" v="29" actId="1076"/>
          <ac:spMkLst>
            <pc:docMk/>
            <pc:sldMk cId="3561992185" sldId="364"/>
            <ac:spMk id="20" creationId="{3CD6B71C-8785-BDEE-BEA1-D103CF6951D1}"/>
          </ac:spMkLst>
        </pc:spChg>
        <pc:spChg chg="add del mod">
          <ac:chgData name="Zonghua Gu" userId="9a7e1853e1951ef5" providerId="LiveId" clId="{CF1FAA12-072C-4ED5-BA76-0FFFAEFDB88A}" dt="2025-09-04T20:02:13.451" v="58" actId="6549"/>
          <ac:spMkLst>
            <pc:docMk/>
            <pc:sldMk cId="3561992185" sldId="364"/>
            <ac:spMk id="22" creationId="{ED0F7942-A8BC-20A0-E327-00CCBDCEDAE7}"/>
          </ac:spMkLst>
        </pc:spChg>
        <pc:spChg chg="mod">
          <ac:chgData name="Zonghua Gu" userId="9a7e1853e1951ef5" providerId="LiveId" clId="{CF1FAA12-072C-4ED5-BA76-0FFFAEFDB88A}" dt="2025-09-04T20:02:14.432" v="59" actId="6549"/>
          <ac:spMkLst>
            <pc:docMk/>
            <pc:sldMk cId="3561992185" sldId="364"/>
            <ac:spMk id="23" creationId="{3B811DFC-B92F-7CA1-6FD4-485CC4601B73}"/>
          </ac:spMkLst>
        </pc:spChg>
        <pc:spChg chg="mod">
          <ac:chgData name="Zonghua Gu" userId="9a7e1853e1951ef5" providerId="LiveId" clId="{CF1FAA12-072C-4ED5-BA76-0FFFAEFDB88A}" dt="2025-09-04T20:02:15.276" v="60" actId="6549"/>
          <ac:spMkLst>
            <pc:docMk/>
            <pc:sldMk cId="3561992185" sldId="364"/>
            <ac:spMk id="24" creationId="{19400406-FD11-6DEA-2CD1-191108C0D0F0}"/>
          </ac:spMkLst>
        </pc:spChg>
        <pc:spChg chg="mod">
          <ac:chgData name="Zonghua Gu" userId="9a7e1853e1951ef5" providerId="LiveId" clId="{CF1FAA12-072C-4ED5-BA76-0FFFAEFDB88A}" dt="2025-09-04T20:02:16.356" v="61" actId="6549"/>
          <ac:spMkLst>
            <pc:docMk/>
            <pc:sldMk cId="3561992185" sldId="364"/>
            <ac:spMk id="25" creationId="{CB0D7C8C-041A-DC9B-629E-F0CCD357FE28}"/>
          </ac:spMkLst>
        </pc:spChg>
        <pc:spChg chg="add mod">
          <ac:chgData name="Zonghua Gu" userId="9a7e1853e1951ef5" providerId="LiveId" clId="{CF1FAA12-072C-4ED5-BA76-0FFFAEFDB88A}" dt="2025-09-04T20:03:45.114" v="75" actId="404"/>
          <ac:spMkLst>
            <pc:docMk/>
            <pc:sldMk cId="3561992185" sldId="364"/>
            <ac:spMk id="26" creationId="{6BB9DD8F-2242-59A2-BE32-39681AA7529C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27" creationId="{86C21416-D864-3591-BC43-7915457E3818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28" creationId="{D2D21E6B-94B9-06E4-6B52-2FB442C51E81}"/>
          </ac:spMkLst>
        </pc:spChg>
        <pc:spChg chg="add 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29" creationId="{4EE7BC82-354E-E661-231F-1B084AAE406E}"/>
          </ac:spMkLst>
        </pc:spChg>
        <pc:spChg chg="mod">
          <ac:chgData name="Zonghua Gu" userId="9a7e1853e1951ef5" providerId="LiveId" clId="{CF1FAA12-072C-4ED5-BA76-0FFFAEFDB88A}" dt="2025-09-04T20:02:28.530" v="63" actId="1076"/>
          <ac:spMkLst>
            <pc:docMk/>
            <pc:sldMk cId="3561992185" sldId="364"/>
            <ac:spMk id="30" creationId="{0AED4791-16C8-D283-A94D-BFD275E68AC3}"/>
          </ac:spMkLst>
        </pc:spChg>
        <pc:spChg chg="add mod ord">
          <ac:chgData name="Zonghua Gu" userId="9a7e1853e1951ef5" providerId="LiveId" clId="{CF1FAA12-072C-4ED5-BA76-0FFFAEFDB88A}" dt="2025-09-04T20:07:47.953" v="241" actId="207"/>
          <ac:spMkLst>
            <pc:docMk/>
            <pc:sldMk cId="3561992185" sldId="364"/>
            <ac:spMk id="31" creationId="{53638461-6269-C6E9-6786-C46710975E86}"/>
          </ac:spMkLst>
        </pc:spChg>
        <pc:spChg chg="add mod">
          <ac:chgData name="Zonghua Gu" userId="9a7e1853e1951ef5" providerId="LiveId" clId="{CF1FAA12-072C-4ED5-BA76-0FFFAEFDB88A}" dt="2025-09-04T20:07:55.093" v="243" actId="207"/>
          <ac:spMkLst>
            <pc:docMk/>
            <pc:sldMk cId="3561992185" sldId="364"/>
            <ac:spMk id="32" creationId="{6526192F-D559-ADA3-4CCF-645E6A7E1269}"/>
          </ac:spMkLst>
        </pc:spChg>
        <pc:graphicFrameChg chg="add del mod modGraphic">
          <ac:chgData name="Zonghua Gu" userId="9a7e1853e1951ef5" providerId="LiveId" clId="{CF1FAA12-072C-4ED5-BA76-0FFFAEFDB88A}" dt="2025-09-04T19:36:35.977" v="22" actId="478"/>
          <ac:graphicFrameMkLst>
            <pc:docMk/>
            <pc:sldMk cId="3561992185" sldId="364"/>
            <ac:graphicFrameMk id="5" creationId="{9D3B4C92-616A-3E8F-02EB-593D101A8E66}"/>
          </ac:graphicFrameMkLst>
        </pc:graphicFrameChg>
        <pc:graphicFrameChg chg="add del mod modGraphic">
          <ac:chgData name="Zonghua Gu" userId="9a7e1853e1951ef5" providerId="LiveId" clId="{CF1FAA12-072C-4ED5-BA76-0FFFAEFDB88A}" dt="2025-09-04T20:00:08.635" v="27" actId="478"/>
          <ac:graphicFrameMkLst>
            <pc:docMk/>
            <pc:sldMk cId="3561992185" sldId="364"/>
            <ac:graphicFrameMk id="6" creationId="{EB9B4EF0-BA70-BF52-0946-92FA6C05E790}"/>
          </ac:graphicFrameMkLst>
        </pc:graphicFrameChg>
      </pc:sldChg>
      <pc:sldChg chg="del">
        <pc:chgData name="Zonghua Gu" userId="9a7e1853e1951ef5" providerId="LiveId" clId="{CF1FAA12-072C-4ED5-BA76-0FFFAEFDB88A}" dt="2025-09-04T19:21:24.797" v="4" actId="47"/>
        <pc:sldMkLst>
          <pc:docMk/>
          <pc:sldMk cId="3221067157" sldId="371"/>
        </pc:sldMkLst>
      </pc:sldChg>
      <pc:sldChg chg="addSp modSp add mod">
        <pc:chgData name="Zonghua Gu" userId="9a7e1853e1951ef5" providerId="LiveId" clId="{CF1FAA12-072C-4ED5-BA76-0FFFAEFDB88A}" dt="2025-09-04T20:09:13.047" v="246" actId="1076"/>
        <pc:sldMkLst>
          <pc:docMk/>
          <pc:sldMk cId="1864663475" sldId="774"/>
        </pc:sldMkLst>
        <pc:spChg chg="mod">
          <ac:chgData name="Zonghua Gu" userId="9a7e1853e1951ef5" providerId="LiveId" clId="{CF1FAA12-072C-4ED5-BA76-0FFFAEFDB88A}" dt="2025-09-04T20:09:13.047" v="246" actId="1076"/>
          <ac:spMkLst>
            <pc:docMk/>
            <pc:sldMk cId="1864663475" sldId="774"/>
            <ac:spMk id="5" creationId="{403B0BD2-2931-BDC5-E683-51FBAB7B8593}"/>
          </ac:spMkLst>
        </pc:spChg>
        <pc:spChg chg="add mod">
          <ac:chgData name="Zonghua Gu" userId="9a7e1853e1951ef5" providerId="LiveId" clId="{CF1FAA12-072C-4ED5-BA76-0FFFAEFDB88A}" dt="2025-09-04T20:09:04.565" v="245"/>
          <ac:spMkLst>
            <pc:docMk/>
            <pc:sldMk cId="1864663475" sldId="774"/>
            <ac:spMk id="6" creationId="{9847AA0A-7964-4433-C181-1EB7B5E48F3F}"/>
          </ac:spMkLst>
        </pc:spChg>
        <pc:grpChg chg="mod">
          <ac:chgData name="Zonghua Gu" userId="9a7e1853e1951ef5" providerId="LiveId" clId="{CF1FAA12-072C-4ED5-BA76-0FFFAEFDB88A}" dt="2025-09-04T20:09:13.047" v="246" actId="1076"/>
          <ac:grpSpMkLst>
            <pc:docMk/>
            <pc:sldMk cId="1864663475" sldId="774"/>
            <ac:grpSpMk id="17" creationId="{00000000-0000-0000-0000-000000000000}"/>
          </ac:grpSpMkLst>
        </pc:grpChg>
      </pc:sldChg>
      <pc:sldChg chg="modSp add del modTransition">
        <pc:chgData name="Zonghua Gu" userId="9a7e1853e1951ef5" providerId="LiveId" clId="{CF1FAA12-072C-4ED5-BA76-0FFFAEFDB88A}" dt="2025-09-04T19:22:45.746" v="7" actId="47"/>
        <pc:sldMkLst>
          <pc:docMk/>
          <pc:sldMk cId="2311836764" sldId="828"/>
        </pc:sldMkLst>
        <pc:spChg chg="mod">
          <ac:chgData name="Zonghua Gu" userId="9a7e1853e1951ef5" providerId="LiveId" clId="{CF1FAA12-072C-4ED5-BA76-0FFFAEFDB88A}" dt="2025-09-04T19:22:13.200" v="6"/>
          <ac:spMkLst>
            <pc:docMk/>
            <pc:sldMk cId="2311836764" sldId="828"/>
            <ac:spMk id="4" creationId="{16432E91-7EF0-F071-90AF-EF4288E7F176}"/>
          </ac:spMkLst>
        </pc:spChg>
      </pc:sldChg>
      <pc:sldChg chg="modSp add del modTransition">
        <pc:chgData name="Zonghua Gu" userId="9a7e1853e1951ef5" providerId="LiveId" clId="{CF1FAA12-072C-4ED5-BA76-0FFFAEFDB88A}" dt="2025-09-04T19:22:45.746" v="7" actId="47"/>
        <pc:sldMkLst>
          <pc:docMk/>
          <pc:sldMk cId="737825702" sldId="829"/>
        </pc:sldMkLst>
        <pc:spChg chg="mod">
          <ac:chgData name="Zonghua Gu" userId="9a7e1853e1951ef5" providerId="LiveId" clId="{CF1FAA12-072C-4ED5-BA76-0FFFAEFDB88A}" dt="2025-09-04T19:22:13.200" v="6"/>
          <ac:spMkLst>
            <pc:docMk/>
            <pc:sldMk cId="737825702" sldId="829"/>
            <ac:spMk id="4" creationId="{5FB9865A-4327-1729-46DA-E13BE738542E}"/>
          </ac:spMkLst>
        </pc:spChg>
      </pc:sldChg>
      <pc:sldMasterChg chg="del delSldLayout">
        <pc:chgData name="Zonghua Gu" userId="9a7e1853e1951ef5" providerId="LiveId" clId="{CF1FAA12-072C-4ED5-BA76-0FFFAEFDB88A}" dt="2025-09-04T19:21:29.553" v="5" actId="47"/>
        <pc:sldMasterMkLst>
          <pc:docMk/>
          <pc:sldMasterMk cId="253117585" sldId="2147483702"/>
        </pc:sldMasterMkLst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4239573708" sldId="2147483703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4285973289" sldId="2147483704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681706613" sldId="2147483705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243301307" sldId="2147483706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3455363119" sldId="2147483707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091977330" sldId="2147483708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3007997571" sldId="2147483709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320695794" sldId="2147483710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504242250" sldId="2147483711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37506320" sldId="2147483712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746292961" sldId="2147483713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1852936685" sldId="2147483714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3334106016" sldId="2147483715"/>
          </pc:sldLayoutMkLst>
        </pc:sldLayoutChg>
        <pc:sldLayoutChg chg="del">
          <pc:chgData name="Zonghua Gu" userId="9a7e1853e1951ef5" providerId="LiveId" clId="{CF1FAA12-072C-4ED5-BA76-0FFFAEFDB88A}" dt="2025-09-04T19:21:29.553" v="5" actId="47"/>
          <pc:sldLayoutMkLst>
            <pc:docMk/>
            <pc:sldMasterMk cId="253117585" sldId="2147483702"/>
            <pc:sldLayoutMk cId="2944074732" sldId="214748371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518169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97FDFF-7B9F-7D4D-BFC0-AAD1F3D3D3C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69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3366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73C3-38AC-46E4-B964-8B61A0DE68BD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53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03D-5DAE-4D4C-BBA3-55191612D865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5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1E83-C297-4AA6-A83E-90B0E9787DE8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5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85A4-A052-4143-8E9B-81248CBA5AD5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4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BAF8-FE21-412A-9CD5-4BB8B256533D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31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7C1F2-90A3-446F-BCFF-405F7DDCB5C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2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353B-63DE-403D-B206-DD6990A1232F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50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BC5F-24DA-4971-994C-EC0E91D1EFF7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7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797D-67F7-46A6-8933-7E63C8D97EB9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63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9E8B-4A60-47A9-8B89-E2DE95C5222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75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B59C-5F58-434B-97F1-95299BC0F5A7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8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2"/>
            <a:ext cx="5727700" cy="4746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143002"/>
            <a:ext cx="3848100" cy="2138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143000"/>
            <a:ext cx="3848100" cy="992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2287590"/>
            <a:ext cx="3848100" cy="9937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929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914400"/>
            <a:ext cx="8153400" cy="239395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075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034BD-4769-4D50-A4D0-63E1C755C55F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5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51181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0000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75198050"/>
      </p:ext>
    </p:extLst>
  </p:cSld>
  <p:clrMapOvr>
    <a:masterClrMapping/>
  </p:clrMapOvr>
  <p:transition>
    <p:pull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95319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82208970"/>
      </p:ext>
    </p:extLst>
  </p:cSld>
  <p:clrMapOvr>
    <a:masterClrMapping/>
  </p:clrMapOvr>
  <p:transition>
    <p:pull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97266"/>
      </p:ext>
    </p:extLst>
  </p:cSld>
  <p:clrMapOvr>
    <a:masterClrMapping/>
  </p:clrMapOvr>
  <p:transition>
    <p:pull dir="r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90472092"/>
      </p:ext>
    </p:extLst>
  </p:cSld>
  <p:clrMapOvr>
    <a:masterClrMapping/>
  </p:clrMapOvr>
  <p:transition>
    <p:pull dir="r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36331793"/>
      </p:ext>
    </p:extLst>
  </p:cSld>
  <p:clrMapOvr>
    <a:masterClrMapping/>
  </p:clrMapOvr>
  <p:transition>
    <p:pull dir="r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92775845"/>
      </p:ext>
    </p:extLst>
  </p:cSld>
  <p:clrMapOvr>
    <a:masterClrMapping/>
  </p:clrMapOvr>
  <p:transition>
    <p:pull dir="r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55409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35158"/>
      </p:ext>
    </p:extLst>
  </p:cSld>
  <p:clrMapOvr>
    <a:masterClrMapping/>
  </p:clrMapOvr>
  <p:transition>
    <p:pull dir="r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32636446"/>
      </p:ext>
    </p:extLst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1309-9E16-4E9C-918D-8C812D8FE2E1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Fall 2013 -- Lecture #22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3E4C-4642-794D-A2FD-70F6B81535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3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382000" y="6356350"/>
            <a:ext cx="7620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61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>
    <p:pull dir="ru"/>
  </p:transition>
  <p:hf hdr="0" ftr="0" dt="0"/>
  <p:txStyles>
    <p:titleStyle>
      <a:lvl1pPr algn="ctr" rtl="0" eaLnBrk="1" latinLnBrk="0" hangingPunct="1">
        <a:spcBef>
          <a:spcPct val="0"/>
        </a:spcBef>
        <a:buNone/>
        <a:defRPr kumimoji="0" sz="32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914650"/>
            <a:ext cx="5829300" cy="1504950"/>
          </a:xfrm>
        </p:spPr>
        <p:txBody>
          <a:bodyPr>
            <a:normAutofit fontScale="90000"/>
          </a:bodyPr>
          <a:lstStyle/>
          <a:p>
            <a:r>
              <a:rPr lang="en-US" dirty="0"/>
              <a:t>L2 (CHAPTER 5)</a:t>
            </a:r>
            <a:br>
              <a:rPr lang="en-US" dirty="0"/>
            </a:br>
            <a:br>
              <a:rPr lang="en-US" dirty="0"/>
            </a:br>
            <a:r>
              <a:rPr lang="en-US" dirty="0">
                <a:cs typeface="Times New Roman" pitchFamily="18" charset="0"/>
              </a:rPr>
              <a:t>Programming in Assembly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Part 1</a:t>
            </a:r>
            <a:r>
              <a:rPr lang="en-US">
                <a:cs typeface="Times New Roman" pitchFamily="18" charset="0"/>
              </a:rPr>
              <a:t>: ARM ISA</a:t>
            </a:r>
            <a:br>
              <a:rPr lang="en-US" dirty="0">
                <a:cs typeface="Times New Roman" pitchFamily="18" charset="0"/>
              </a:rPr>
            </a:br>
            <a:r>
              <a:rPr lang="en-US" altLang="zh-CN" dirty="0">
                <a:cs typeface="Times New Roman" pitchFamily="18" charset="0"/>
              </a:rPr>
              <a:t>Exercises ANS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3CC63E4C-4642-794D-A2FD-70F6B81535F5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/>
              <a:t>1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45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267393" y="1295400"/>
            <a:ext cx="5904807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7414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7164500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7164500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7164500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7414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7164500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7164500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7164500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8373" y="1141510"/>
            <a:ext cx="5621817" cy="54116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A: With Big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 (the half-word has address range of [N, N+1], so its address is N)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With Little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N+3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N+2 (the half-word has address range of [N+2, N+3], so its address is N+2)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D03F1-A762-F492-543B-9AD6EC9F9CD7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EBAB1-3E91-1738-6671-40808660D47E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9" name="Group 33">
            <a:extLst>
              <a:ext uri="{FF2B5EF4-FFF2-40B4-BE49-F238E27FC236}">
                <a16:creationId xmlns:a16="http://schemas.microsoft.com/office/drawing/2014/main" id="{0FF2FFB8-C1EC-4B19-F866-D1FB55EAD587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10" name="Rectangle 34">
              <a:extLst>
                <a:ext uri="{FF2B5EF4-FFF2-40B4-BE49-F238E27FC236}">
                  <a16:creationId xmlns:a16="http://schemas.microsoft.com/office/drawing/2014/main" id="{F31FEC1C-ACD5-A713-4BFA-212468CF1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5">
              <a:extLst>
                <a:ext uri="{FF2B5EF4-FFF2-40B4-BE49-F238E27FC236}">
                  <a16:creationId xmlns:a16="http://schemas.microsoft.com/office/drawing/2014/main" id="{8901F92C-FFDE-99A5-2A39-F3A959892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FBF8E902-648C-92E9-3599-30414D1EC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936169EB-F16E-DE3D-C69C-5E732BA9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136153-F36F-FA15-4D76-068229B88F7A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CB7C6-E157-92DF-797C-BCBEF1292FF3}"/>
              </a:ext>
            </a:extLst>
          </p:cNvPr>
          <p:cNvSpPr txBox="1"/>
          <p:nvPr/>
        </p:nvSpPr>
        <p:spPr>
          <a:xfrm>
            <a:off x="7414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9806-F7FA-F088-EDA0-400A30CE0486}"/>
              </a:ext>
            </a:extLst>
          </p:cNvPr>
          <p:cNvSpPr txBox="1"/>
          <p:nvPr/>
        </p:nvSpPr>
        <p:spPr>
          <a:xfrm>
            <a:off x="7164500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961C8-CAFC-5D62-A95B-EA81F6CE747D}"/>
              </a:ext>
            </a:extLst>
          </p:cNvPr>
          <p:cNvSpPr txBox="1"/>
          <p:nvPr/>
        </p:nvSpPr>
        <p:spPr>
          <a:xfrm>
            <a:off x="7164500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8BB3-C5EF-3F77-86D2-DB1CCAEF36EC}"/>
              </a:ext>
            </a:extLst>
          </p:cNvPr>
          <p:cNvSpPr txBox="1"/>
          <p:nvPr/>
        </p:nvSpPr>
        <p:spPr>
          <a:xfrm>
            <a:off x="7164500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F1534-5A97-76BA-4D10-552F77E560B8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6B71C-8785-BDEE-BEA1-D103CF6951D1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77DD1410-0E9B-3B5D-C548-891FB3449B78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ED0F7942-A8BC-20A0-E327-00CCBDCED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3B811DFC-B92F-7CA1-6FD4-485CC460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9400406-FD11-6DEA-2CD1-191108C0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CB0D7C8C-041A-DC9B-629E-F0CCD35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B9DD8F-2242-59A2-BE32-39681AA7529C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21416-D864-3591-BC43-7915457E3818}"/>
              </a:ext>
            </a:extLst>
          </p:cNvPr>
          <p:cNvSpPr txBox="1"/>
          <p:nvPr/>
        </p:nvSpPr>
        <p:spPr>
          <a:xfrm>
            <a:off x="7414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21E6B-94B9-06E4-6B52-2FB442C51E81}"/>
              </a:ext>
            </a:extLst>
          </p:cNvPr>
          <p:cNvSpPr txBox="1"/>
          <p:nvPr/>
        </p:nvSpPr>
        <p:spPr>
          <a:xfrm>
            <a:off x="7164500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7BC82-354E-E661-231F-1B084AAE406E}"/>
              </a:ext>
            </a:extLst>
          </p:cNvPr>
          <p:cNvSpPr txBox="1"/>
          <p:nvPr/>
        </p:nvSpPr>
        <p:spPr>
          <a:xfrm>
            <a:off x="7164500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D4791-16C8-D283-A94D-BFD275E68AC3}"/>
              </a:ext>
            </a:extLst>
          </p:cNvPr>
          <p:cNvSpPr txBox="1"/>
          <p:nvPr/>
        </p:nvSpPr>
        <p:spPr>
          <a:xfrm>
            <a:off x="7164500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38461-6269-C6E9-6786-C46710975E86}"/>
              </a:ext>
            </a:extLst>
          </p:cNvPr>
          <p:cNvSpPr/>
          <p:nvPr/>
        </p:nvSpPr>
        <p:spPr>
          <a:xfrm>
            <a:off x="7752965" y="2587678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26192F-D559-ADA3-4CCF-645E6A7E1269}"/>
              </a:ext>
            </a:extLst>
          </p:cNvPr>
          <p:cNvSpPr/>
          <p:nvPr/>
        </p:nvSpPr>
        <p:spPr>
          <a:xfrm>
            <a:off x="7772825" y="4202353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185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244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addresses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dirty="0"/>
              <a:t>Answer</a:t>
            </a:r>
            <a:r>
              <a:rPr lang="en-US" altLang="zh-CN" dirty="0"/>
              <a:t>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0x000C</a:t>
              </a:r>
              <a:endPara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07817" y="3265538"/>
              <a:ext cx="733425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0x0008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25747" y="4484738"/>
              <a:ext cx="688599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0x0004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07818" y="5703938"/>
              <a:ext cx="733424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4699" y="2826467"/>
            <a:ext cx="4151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addresses of these four words?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Same as the address of the lowest-address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Byte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this is true </a:t>
            </a:r>
            <a:r>
              <a:rPr lang="en-US" sz="2000" dirty="0">
                <a:solidFill>
                  <a:srgbClr val="C00000"/>
                </a:solidFill>
              </a:rPr>
              <a:t>for either Little-Endian or Big-Endian ordering)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7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Answer: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0xEE8C90A7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784" y="5982293"/>
            <a:ext cx="88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1FF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Endianness only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67090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12648" y="1673752"/>
            <a:ext cx="8182841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Assume a byte-addressable memory with a data bus that is 32 bits (4 bytes) wide</a:t>
            </a:r>
          </a:p>
          <a:p>
            <a:r>
              <a:rPr lang="en-US" sz="1500" dirty="0"/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Well-aligned</a:t>
            </a:r>
            <a:r>
              <a:rPr lang="en-US" sz="1350" dirty="0"/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307838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Ill-aligned</a:t>
            </a:r>
            <a:r>
              <a:rPr lang="en-US" sz="1350" dirty="0"/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1754326"/>
            <a:chOff x="-314426" y="4497972"/>
            <a:chExt cx="11581404" cy="233910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691975" cy="23391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 first read cycle would retrieve 4 bytes from addresses 4 through 7; of these, the bytes from addresses 4 and 5</a:t>
              </a:r>
            </a:p>
            <a:p>
              <a:r>
                <a:rPr lang="en-US" sz="1200" dirty="0"/>
                <a:t>are discarded, and those from addresses 6 and 7 are moved to the far right;</a:t>
              </a:r>
            </a:p>
            <a:p>
              <a:r>
                <a:rPr lang="en-US" sz="1200" dirty="0"/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r>
                <a:rPr lang="en-US" sz="1200" dirty="0"/>
                <a:t>Finally, the two halves are combined to form the desired 32-bit operand: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Horizontal Scroll 14">
            <a:extLst>
              <a:ext uri="{FF2B5EF4-FFF2-40B4-BE49-F238E27FC236}">
                <a16:creationId xmlns:a16="http://schemas.microsoft.com/office/drawing/2014/main" id="{9847AA0A-7964-4433-C181-1EB7B5E48F3F}"/>
              </a:ext>
            </a:extLst>
          </p:cNvPr>
          <p:cNvSpPr/>
          <p:nvPr/>
        </p:nvSpPr>
        <p:spPr>
          <a:xfrm>
            <a:off x="294068" y="178297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6466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1200" y="274638"/>
            <a:ext cx="8229600" cy="1143000"/>
          </a:xfrm>
        </p:spPr>
        <p:txBody>
          <a:bodyPr/>
          <a:lstStyle/>
          <a:p>
            <a:r>
              <a:rPr lang="en-US" dirty="0"/>
              <a:t>Question: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28058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Q: Assume a byte-addressable memory with a data bus that is 32 bits (4 bytes) wide. Consider 16 bytes of memory (addresses 96 to 111) arranged as four 32-bit words (4 bytes each). 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(a) What is the address of the most significant byte of the word at address 102, assuming Little-Endian 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(b) What is the address of the most significant byte of the word at address 102, </a:t>
            </a:r>
            <a:r>
              <a:rPr lang="en-US" sz="1400">
                <a:solidFill>
                  <a:prstClr val="black"/>
                </a:solidFill>
              </a:rPr>
              <a:t>assuming Big-Endian </a:t>
            </a:r>
            <a:r>
              <a:rPr lang="en-US" sz="1400" dirty="0">
                <a:solidFill>
                  <a:prstClr val="black"/>
                </a:solidFill>
              </a:rPr>
              <a:t>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(c) How many memory cycles are required to read the word at address 102?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(d) How many memory cycles are required to read the half word at address 102?</a:t>
            </a:r>
          </a:p>
          <a:p>
            <a:pPr marL="657225" lvl="1" indent="-257175" defTabSz="342900"/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4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1200" y="274638"/>
            <a:ext cx="8229600" cy="1143000"/>
          </a:xfrm>
        </p:spPr>
        <p:txBody>
          <a:bodyPr/>
          <a:lstStyle/>
          <a:p>
            <a:r>
              <a:rPr lang="en-US" dirty="0"/>
              <a:t>Answer: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47108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Q: Assume a byte-addressable memory with a data bus that is 32 bits (4 bytes) wide. Consider 16 bytes of memory (addresses 96 to 111) arranged as four 32-bit words (4 bytes each). 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(a) What is the address of the most significant byte of the word at address 102, assuming Little-Endian 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(b) What is the address of the most significant byte of the word at address 102, assuming Big-Endian ordering?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(c) How many memory cycles are required to read the word at address 102?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(d) How many memory cycles are required to read the half word at address 102?</a:t>
            </a:r>
          </a:p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A: 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(a) 105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(b) 102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(c) 2</a:t>
            </a:r>
          </a:p>
          <a:p>
            <a:pPr marL="657225" lvl="1" indent="-257175" defTabSz="342900"/>
            <a:r>
              <a:rPr lang="en-US" sz="1400" dirty="0">
                <a:solidFill>
                  <a:prstClr val="black"/>
                </a:solidFill>
              </a:rPr>
              <a:t>(d) 1</a:t>
            </a:r>
          </a:p>
          <a:p>
            <a:pPr marL="657225" lvl="1" indent="-257175" defTabSz="342900"/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7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600" dirty="0">
                <a:solidFill>
                  <a:prstClr val="black"/>
                </a:solidFill>
              </a:rPr>
              <a:t>Q: Assume a byte-addressable memory with a data bus that is 32 bits (4 bytes) wide. </a:t>
            </a:r>
            <a:r>
              <a:rPr lang="en-US" altLang="zh-CN" sz="1600" dirty="0">
                <a:solidFill>
                  <a:prstClr val="black"/>
                </a:solidFill>
              </a:rPr>
              <a:t>H</a:t>
            </a:r>
            <a:r>
              <a:rPr lang="en-US" sz="1600" dirty="0">
                <a:solidFill>
                  <a:prstClr val="black"/>
                </a:solidFill>
              </a:rPr>
              <a:t>ow many memory cycles are required to read each of the following from memory?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(d) A 4-Byte operand read from decimal address 20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668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95400" y="304800"/>
            <a:ext cx="8229600" cy="1143000"/>
          </a:xfrm>
        </p:spPr>
        <p:txBody>
          <a:bodyPr/>
          <a:lstStyle/>
          <a:p>
            <a:r>
              <a:rPr lang="en-US" dirty="0"/>
              <a:t>Answer: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10"/>
            <a:ext cx="8182841" cy="31868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600" dirty="0">
                <a:solidFill>
                  <a:prstClr val="black"/>
                </a:solidFill>
              </a:rPr>
              <a:t>Q: Assume a byte-addressable memory with a data bus that is 32 bits (4 bytes) wide. How many memory cycles are required to read each of the following from memory?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200" dirty="0">
                <a:solidFill>
                  <a:prstClr val="black"/>
                </a:solidFill>
              </a:rPr>
              <a:t>(d) A 4-Byte operand read from decimal address 20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A: (a) The operand contains memory content </a:t>
            </a:r>
            <a:r>
              <a:rPr lang="en-US" altLang="zh-CN" sz="1600" dirty="0">
                <a:solidFill>
                  <a:prstClr val="black"/>
                </a:solidFill>
                <a:latin typeface="Calibri"/>
              </a:rPr>
              <a:t>in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address range [5,6]. It can be read in 1 memory cycle; the memory controller returns a word in address range [4,7]. The </a:t>
            </a:r>
            <a:r>
              <a:rPr lang="en-US" sz="1600" dirty="0">
                <a:solidFill>
                  <a:prstClr val="black"/>
                </a:solidFill>
              </a:rPr>
              <a:t>operand can be obtained via 1-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Byte offset addressing into the word.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(b) </a:t>
            </a:r>
            <a:r>
              <a:rPr lang="en-US" sz="1600" dirty="0">
                <a:solidFill>
                  <a:prstClr val="black"/>
                </a:solidFill>
              </a:rPr>
              <a:t>The operand contains memory content in address range [15,16]. It can be read in 2 memory cycles; the memory controller returns 2 words in address ranges [12,15] and [16, 19], which can be combined to return a word in address range [14,17]. The operand can be obtained via 1-Byte offset addressing into the word.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(c) </a:t>
            </a:r>
            <a:r>
              <a:rPr lang="en-US" sz="1600" dirty="0">
                <a:solidFill>
                  <a:prstClr val="black"/>
                </a:solidFill>
              </a:rPr>
              <a:t>The operand contains memory content in address range [10,13]. It can be read in 2 memory cycles; the memory controller returns 2 words </a:t>
            </a:r>
            <a:r>
              <a:rPr lang="en-US" altLang="zh-CN" sz="1600" dirty="0">
                <a:solidFill>
                  <a:prstClr val="black"/>
                </a:solidFill>
              </a:rPr>
              <a:t>in</a:t>
            </a:r>
            <a:r>
              <a:rPr lang="en-US" sz="1600" dirty="0">
                <a:solidFill>
                  <a:prstClr val="black"/>
                </a:solidFill>
              </a:rPr>
              <a:t> address ranges [8,11] and [12, 15], which can be combined to return a word with address range [10,13].</a:t>
            </a:r>
          </a:p>
          <a:p>
            <a:pPr marL="257175" indent="-257175" defTabSz="342900"/>
            <a:r>
              <a:rPr lang="en-US" sz="1600" dirty="0">
                <a:solidFill>
                  <a:prstClr val="black"/>
                </a:solidFill>
              </a:rPr>
              <a:t>(d) The operand contains memory content in address range [20,23]. Since 20%4=0, it is well-aligned, and can be read in 1 memory cycle.</a:t>
            </a:r>
          </a:p>
          <a:p>
            <a:pPr marL="0" indent="0" defTabSz="342900">
              <a:buNone/>
            </a:pPr>
            <a:endParaRPr lang="en-US" sz="1600" dirty="0">
              <a:solidFill>
                <a:prstClr val="black"/>
              </a:solidFill>
            </a:endParaRPr>
          </a:p>
          <a:p>
            <a:pPr marL="257175" indent="-257175" defTabSz="342900"/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28600"/>
            <a:ext cx="4067187" cy="15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62793" y="297996"/>
            <a:ext cx="8229600" cy="1143000"/>
          </a:xfrm>
        </p:spPr>
        <p:txBody>
          <a:bodyPr/>
          <a:lstStyle/>
          <a:p>
            <a:r>
              <a:rPr lang="en-US" dirty="0"/>
              <a:t>Question: Memory Cycles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3581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dirty="0">
                <a:solidFill>
                  <a:prstClr val="black"/>
                </a:solidFill>
              </a:rPr>
              <a:t>Q: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2000" dirty="0">
                <a:solidFill>
                  <a:prstClr val="black"/>
                </a:solidFill>
              </a:rPr>
              <a:t>It takes ____ memory cycle(s) to read a double word from memory</a:t>
            </a:r>
          </a:p>
          <a:p>
            <a:pPr marL="257175" indent="-257175" defTabSz="342900"/>
            <a:endParaRPr lang="en-US" altLang="zh-CN" sz="2400" dirty="0">
              <a:solidFill>
                <a:prstClr val="black"/>
              </a:solidFill>
            </a:endParaRPr>
          </a:p>
          <a:p>
            <a:pPr marL="657225" lvl="1" indent="-257175" defTabSz="342900"/>
            <a:endParaRPr lang="en-US" sz="2000" dirty="0">
              <a:solidFill>
                <a:prstClr val="black"/>
              </a:solidFill>
            </a:endParaRPr>
          </a:p>
          <a:p>
            <a:pPr marL="257175" indent="-257175" defTabSz="342900"/>
            <a:endParaRPr lang="en-US" sz="2400" dirty="0">
              <a:solidFill>
                <a:prstClr val="black"/>
              </a:solidFill>
            </a:endParaRPr>
          </a:p>
          <a:p>
            <a:pPr marL="0" indent="0" defTabSz="342900">
              <a:buNone/>
            </a:pPr>
            <a:endParaRPr lang="en-US" sz="2400" dirty="0">
              <a:solidFill>
                <a:prstClr val="black"/>
              </a:solidFill>
            </a:endParaRPr>
          </a:p>
          <a:p>
            <a:pPr marL="257175" indent="-257175" defTabSz="342900"/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1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200" y="272143"/>
            <a:ext cx="8229600" cy="1143000"/>
          </a:xfrm>
        </p:spPr>
        <p:txBody>
          <a:bodyPr/>
          <a:lstStyle/>
          <a:p>
            <a:r>
              <a:rPr lang="en-US" dirty="0"/>
              <a:t>Answer: Memory Cycles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4343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1800" dirty="0">
                <a:solidFill>
                  <a:prstClr val="black"/>
                </a:solidFill>
              </a:rPr>
              <a:t>Q: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____ memory cycle(s) to read a double word from memory</a:t>
            </a:r>
          </a:p>
          <a:p>
            <a:pPr marL="257175" indent="-257175" defTabSz="342900"/>
            <a:r>
              <a:rPr lang="en-US" altLang="zh-CN" sz="1800" dirty="0">
                <a:solidFill>
                  <a:prstClr val="black"/>
                </a:solidFill>
              </a:rPr>
              <a:t>A: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__1__ memory cycle(s) to read a Byte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__1 or 2__ memory cycle(s) to read a half-word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__1 or 2__ memory cycle(s) to read a word from memory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It takes __2 or 3__ memory cycle(s) to read a double word from memory (a double word may span at most 3 consecutive words in memory)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2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04800" y="1600200"/>
            <a:ext cx="8182841" cy="33392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If the first element of a one-dimensional array x[] is located in memory at address 0</a:t>
            </a:r>
            <a:r>
              <a:rPr lang="en-US" altLang="zh-CN" sz="2000" dirty="0">
                <a:solidFill>
                  <a:prstClr val="black"/>
                </a:solidFill>
              </a:rPr>
              <a:t>x</a:t>
            </a:r>
            <a:r>
              <a:rPr lang="en-US" sz="2000" dirty="0">
                <a:solidFill>
                  <a:prstClr val="black"/>
                </a:solidFill>
              </a:rPr>
              <a:t>12345678, what will be the address of the second element if the array x[] contains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(c) </a:t>
            </a:r>
            <a:r>
              <a:rPr lang="en-US" altLang="zh-CN" sz="1600" dirty="0" err="1">
                <a:solidFill>
                  <a:prstClr val="black"/>
                </a:solidFill>
              </a:rPr>
              <a:t>ints</a:t>
            </a:r>
            <a:endParaRPr lang="en-US" sz="160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(d) longs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297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04800" y="1600200"/>
            <a:ext cx="8182841" cy="4648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If the first element x[0] of a one-dimensional array x[] is located in memory at address 0</a:t>
            </a:r>
            <a:r>
              <a:rPr lang="en-US" altLang="zh-CN" sz="2000" dirty="0">
                <a:solidFill>
                  <a:prstClr val="black"/>
                </a:solidFill>
              </a:rPr>
              <a:t>x</a:t>
            </a:r>
            <a:r>
              <a:rPr lang="en-US" sz="2000" dirty="0">
                <a:solidFill>
                  <a:prstClr val="black"/>
                </a:solidFill>
              </a:rPr>
              <a:t>12345678, what will be the address of the second element x[1] if the array x[] contains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(c) </a:t>
            </a:r>
            <a:r>
              <a:rPr lang="en-US" altLang="zh-CN" sz="1600" dirty="0" err="1">
                <a:solidFill>
                  <a:prstClr val="black"/>
                </a:solidFill>
              </a:rPr>
              <a:t>ints</a:t>
            </a:r>
            <a:endParaRPr lang="en-US" sz="160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(d) longs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A: x[1]’s address is x’s address plus the data type size in Bytes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chars: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12345678+1=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12345679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shorts: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12345678+2=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1234567A</a:t>
            </a:r>
          </a:p>
          <a:p>
            <a:pPr marL="657225" lvl="1" indent="-257175" defTabSz="342900"/>
            <a:r>
              <a:rPr lang="en-US" altLang="zh-CN" sz="1600" dirty="0">
                <a:solidFill>
                  <a:prstClr val="black"/>
                </a:solidFill>
              </a:rPr>
              <a:t>(c) </a:t>
            </a:r>
            <a:r>
              <a:rPr lang="en-US" altLang="zh-CN" sz="1600" dirty="0" err="1">
                <a:solidFill>
                  <a:prstClr val="black"/>
                </a:solidFill>
              </a:rPr>
              <a:t>ints</a:t>
            </a:r>
            <a:r>
              <a:rPr lang="en-US" altLang="zh-CN" sz="1600" dirty="0">
                <a:solidFill>
                  <a:prstClr val="black"/>
                </a:solidFill>
              </a:rPr>
              <a:t>: </a:t>
            </a:r>
            <a:r>
              <a:rPr lang="en-US" sz="1600" dirty="0">
                <a:solidFill>
                  <a:prstClr val="black"/>
                </a:solidFill>
              </a:rPr>
              <a:t>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12345678+4=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1234567C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(d) longs: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12345678+8= 0</a:t>
            </a:r>
            <a:r>
              <a:rPr lang="en-US" altLang="zh-CN" sz="1600" dirty="0">
                <a:solidFill>
                  <a:prstClr val="black"/>
                </a:solidFill>
              </a:rPr>
              <a:t>x</a:t>
            </a:r>
            <a:r>
              <a:rPr lang="en-US" sz="1600" dirty="0">
                <a:solidFill>
                  <a:prstClr val="black"/>
                </a:solidFill>
              </a:rPr>
              <a:t>12345680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26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3_ComputerOrganization" id="{AAA28A76-F09D-45E4-B381-A34280EFCBF9}" vid="{7E87A41C-213B-40D9-8676-588A04066509}"/>
    </a:ext>
  </a:extLst>
</a:theme>
</file>

<file path=ppt/theme/theme2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2909</TotalTime>
  <Words>1857</Words>
  <Application>Microsoft Office PowerPoint</Application>
  <PresentationFormat>On-screen Show (4:3)</PresentationFormat>
  <Paragraphs>261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Gill Sans</vt:lpstr>
      <vt:lpstr>Arial</vt:lpstr>
      <vt:lpstr>Arial Narrow</vt:lpstr>
      <vt:lpstr>Bookman Old Style</vt:lpstr>
      <vt:lpstr>Calibri</vt:lpstr>
      <vt:lpstr>Consolas</vt:lpstr>
      <vt:lpstr>Courier New</vt:lpstr>
      <vt:lpstr>Gill Sans MT</vt:lpstr>
      <vt:lpstr>Helvetica</vt:lpstr>
      <vt:lpstr>Times New Roman</vt:lpstr>
      <vt:lpstr>Wingdings</vt:lpstr>
      <vt:lpstr>Wingdings 3</vt:lpstr>
      <vt:lpstr>Office Theme</vt:lpstr>
      <vt:lpstr>Origin</vt:lpstr>
      <vt:lpstr>L2 (CHAPTER 5)  Programming in Assembly Part 1: ARM ISA Exercises ANS</vt:lpstr>
      <vt:lpstr>Question: Endianness</vt:lpstr>
      <vt:lpstr>Answer: Endianness</vt:lpstr>
      <vt:lpstr>Question: Endianness</vt:lpstr>
      <vt:lpstr>Answer: Endianness</vt:lpstr>
      <vt:lpstr>Question: Endianness</vt:lpstr>
      <vt:lpstr>Answer: Endianness</vt:lpstr>
      <vt:lpstr>Data Alignment</vt:lpstr>
      <vt:lpstr>Question: Data Alignment</vt:lpstr>
      <vt:lpstr>Answer: Data Alignment</vt:lpstr>
      <vt:lpstr>Question: Data Alignment</vt:lpstr>
      <vt:lpstr>Answer: Data Alignment</vt:lpstr>
      <vt:lpstr>Question: Memory Cycles</vt:lpstr>
      <vt:lpstr>Answer: Memory Cycles</vt:lpstr>
      <vt:lpstr>Question: Arrays</vt:lpstr>
      <vt:lpstr>Answer: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166</cp:revision>
  <cp:lastPrinted>2017-02-20T16:32:07Z</cp:lastPrinted>
  <dcterms:created xsi:type="dcterms:W3CDTF">2014-02-09T17:12:51Z</dcterms:created>
  <dcterms:modified xsi:type="dcterms:W3CDTF">2025-09-04T20:09:45Z</dcterms:modified>
</cp:coreProperties>
</file>