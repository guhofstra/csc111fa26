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63" r:id="rId3"/>
    <p:sldId id="364" r:id="rId4"/>
    <p:sldId id="356" r:id="rId5"/>
    <p:sldId id="357" r:id="rId6"/>
    <p:sldId id="358" r:id="rId7"/>
    <p:sldId id="3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0ECDD-0212-4B45-9BF7-647D2D054BF4}" v="1" dt="2025-12-30T22:43:30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/>
    <p:restoredTop sz="79085" autoAdjust="0"/>
  </p:normalViewPr>
  <p:slideViewPr>
    <p:cSldViewPr>
      <p:cViewPr varScale="1">
        <p:scale>
          <a:sx n="65" d="100"/>
          <a:sy n="65" d="100"/>
        </p:scale>
        <p:origin x="14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5-12-30T22:44:00.780" v="20" actId="20577"/>
      <pc:docMkLst>
        <pc:docMk/>
      </pc:docMkLst>
      <pc:sldChg chg="modSp mod">
        <pc:chgData name="Zonghua Gu" userId="9a7e1853e1951ef5" providerId="LiveId" clId="{CF1FAA12-072C-4ED5-BA76-0FFFAEFDB88A}" dt="2025-12-30T22:44:00.780" v="2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2-30T22:44:00.780" v="2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279077567" sldId="25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048144614" sldId="258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048144614" sldId="25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24112261" sldId="260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721319358" sldId="26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43924571" sldId="265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300065213" sldId="26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744451952" sldId="26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220434429" sldId="26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649671628" sldId="270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929623183" sldId="271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56646672" sldId="272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998497617" sldId="27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53214192" sldId="274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597241854" sldId="275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275032348" sldId="27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60826136" sldId="27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797255846" sldId="278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407638159" sldId="27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132813864" sldId="280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06526086" sldId="281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726857319" sldId="28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718711449" sldId="284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229670305" sldId="285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208436722" sldId="28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039959460" sldId="28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4498914" sldId="288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256177428" sldId="28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617291842" sldId="291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88973279" sldId="292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082350610" sldId="29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604217003" sldId="294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448674747" sldId="29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939880972" sldId="297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966429473" sldId="356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1239709488" sldId="357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1502810167" sldId="358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670903100" sldId="359"/>
        </pc:sldMkLst>
      </pc:sldChg>
      <pc:sldChg chg="modSp add mod modTransition">
        <pc:chgData name="Zonghua Gu" userId="9a7e1853e1951ef5" providerId="LiveId" clId="{CF1FAA12-072C-4ED5-BA76-0FFFAEFDB88A}" dt="2025-12-30T22:43:39.500" v="3" actId="14100"/>
        <pc:sldMkLst>
          <pc:docMk/>
          <pc:sldMk cId="3486040908" sldId="363"/>
        </pc:sldMkLst>
        <pc:spChg chg="mod">
          <ac:chgData name="Zonghua Gu" userId="9a7e1853e1951ef5" providerId="LiveId" clId="{CF1FAA12-072C-4ED5-BA76-0FFFAEFDB88A}" dt="2025-12-30T22:43:39.500" v="3" actId="14100"/>
          <ac:spMkLst>
            <pc:docMk/>
            <pc:sldMk cId="3486040908" sldId="363"/>
            <ac:spMk id="5" creationId="{49EAAEAC-5A83-FC31-3AD1-D95A0084E014}"/>
          </ac:spMkLst>
        </pc:spChg>
      </pc:sldChg>
      <pc:sldChg chg="modSp add mod modTransition">
        <pc:chgData name="Zonghua Gu" userId="9a7e1853e1951ef5" providerId="LiveId" clId="{CF1FAA12-072C-4ED5-BA76-0FFFAEFDB88A}" dt="2025-12-30T22:43:43.291" v="4" actId="14100"/>
        <pc:sldMkLst>
          <pc:docMk/>
          <pc:sldMk cId="3561992185" sldId="364"/>
        </pc:sldMkLst>
        <pc:spChg chg="mod">
          <ac:chgData name="Zonghua Gu" userId="9a7e1853e1951ef5" providerId="LiveId" clId="{CF1FAA12-072C-4ED5-BA76-0FFFAEFDB88A}" dt="2025-12-30T22:43:43.291" v="4" actId="14100"/>
          <ac:spMkLst>
            <pc:docMk/>
            <pc:sldMk cId="3561992185" sldId="364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5181695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37" y="1905000"/>
            <a:ext cx="503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Exercises ANS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295401"/>
            <a:ext cx="7162801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8566" y="1141510"/>
            <a:ext cx="6805626" cy="54116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A: With Big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 (the half-word has address range of [N, N+1], so its address is N)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With Little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N+3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N+2 (the half-word has address range of [N+2, N+3], so its address is N+2)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D03F1-A762-F492-543B-9AD6EC9F9CD7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EBAB1-3E91-1738-6671-40808660D47E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9" name="Group 33">
            <a:extLst>
              <a:ext uri="{FF2B5EF4-FFF2-40B4-BE49-F238E27FC236}">
                <a16:creationId xmlns:a16="http://schemas.microsoft.com/office/drawing/2014/main" id="{0FF2FFB8-C1EC-4B19-F866-D1FB55EAD587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10" name="Rectangle 34">
              <a:extLst>
                <a:ext uri="{FF2B5EF4-FFF2-40B4-BE49-F238E27FC236}">
                  <a16:creationId xmlns:a16="http://schemas.microsoft.com/office/drawing/2014/main" id="{F31FEC1C-ACD5-A713-4BFA-212468CF1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5">
              <a:extLst>
                <a:ext uri="{FF2B5EF4-FFF2-40B4-BE49-F238E27FC236}">
                  <a16:creationId xmlns:a16="http://schemas.microsoft.com/office/drawing/2014/main" id="{8901F92C-FFDE-99A5-2A39-F3A959892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FBF8E902-648C-92E9-3599-30414D1EC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936169EB-F16E-DE3D-C69C-5E732BA9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136153-F36F-FA15-4D76-068229B88F7A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CB7C6-E157-92DF-797C-BCBEF1292FF3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9806-F7FA-F088-EDA0-400A30CE0486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961C8-CAFC-5D62-A95B-EA81F6CE747D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8BB3-C5EF-3F77-86D2-DB1CCAEF36EC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F1534-5A97-76BA-4D10-552F77E560B8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6B71C-8785-BDEE-BEA1-D103CF6951D1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77DD1410-0E9B-3B5D-C548-891FB3449B78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ED0F7942-A8BC-20A0-E327-00CCBDCED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3B811DFC-B92F-7CA1-6FD4-485CC460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9400406-FD11-6DEA-2CD1-191108C0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CB0D7C8C-041A-DC9B-629E-F0CCD35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B9DD8F-2242-59A2-BE32-39681AA7529C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21416-D864-3591-BC43-7915457E3818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21E6B-94B9-06E4-6B52-2FB442C51E81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7BC82-354E-E661-231F-1B084AAE406E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D4791-16C8-D283-A94D-BFD275E68AC3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38461-6269-C6E9-6786-C46710975E86}"/>
              </a:ext>
            </a:extLst>
          </p:cNvPr>
          <p:cNvSpPr/>
          <p:nvPr/>
        </p:nvSpPr>
        <p:spPr>
          <a:xfrm>
            <a:off x="9276966" y="2587679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26192F-D559-ADA3-4CCF-645E6A7E1269}"/>
              </a:ext>
            </a:extLst>
          </p:cNvPr>
          <p:cNvSpPr/>
          <p:nvPr/>
        </p:nvSpPr>
        <p:spPr>
          <a:xfrm>
            <a:off x="9296826" y="4202354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1768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addresses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dirty="0"/>
              <a:t>Answer</a:t>
            </a:r>
            <a:r>
              <a:rPr lang="en-US" altLang="zh-CN" dirty="0"/>
              <a:t>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0x000C</a:t>
              </a:r>
              <a:endParaRPr lang="en-US" sz="1300" b="1" dirty="0">
                <a:solidFill>
                  <a:srgbClr val="C00000"/>
                </a:solidFill>
                <a:latin typeface="Arial Narrow" panose="020B0606020202030204" pitchFamily="34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07817" y="3265538"/>
              <a:ext cx="733425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0x0008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25747" y="4484738"/>
              <a:ext cx="688599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0x0004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07818" y="5703938"/>
              <a:ext cx="733424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0x0000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768699" y="2826468"/>
            <a:ext cx="4151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addresses of these four words?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Same as the address of the lowest-address </a:t>
            </a:r>
            <a:r>
              <a:rPr lang="en-US" sz="2000">
                <a:solidFill>
                  <a:srgbClr val="C00000"/>
                </a:solidFill>
                <a:latin typeface="Gill Sans MT"/>
              </a:rPr>
              <a:t>Byte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C00000"/>
                </a:solidFill>
                <a:latin typeface="Gill Sans MT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Gill Sans MT"/>
              </a:rPr>
              <a:t>this is true </a:t>
            </a:r>
            <a:r>
              <a:rPr lang="en-US" sz="2000" dirty="0">
                <a:solidFill>
                  <a:srgbClr val="C00000"/>
                </a:solidFill>
              </a:rPr>
              <a:t>for either Little-Endian or Big-Endian ordering)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23970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39" y="301826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39" y="544243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Answer: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40" y="3018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40" y="544243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3784" y="5982293"/>
            <a:ext cx="88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srgbClr val="0041FF"/>
                </a:solidFill>
                <a:latin typeface="Courier New" pitchFamily="49" charset="0"/>
              </a:rPr>
              <a:t>Endianness only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67090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</p:bld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2852</TotalTime>
  <Words>634</Words>
  <Application>Microsoft Office PowerPoint</Application>
  <PresentationFormat>Widescreen</PresentationFormat>
  <Paragraphs>177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Bookman Old Style (Headings)</vt:lpstr>
      <vt:lpstr>Gill Sans</vt:lpstr>
      <vt:lpstr>Gill Sans Light</vt:lpstr>
      <vt:lpstr>Arial</vt:lpstr>
      <vt:lpstr>Arial Narrow</vt:lpstr>
      <vt:lpstr>Bookman Old Style</vt:lpstr>
      <vt:lpstr>Calibri</vt:lpstr>
      <vt:lpstr>Consolas</vt:lpstr>
      <vt:lpstr>Courier New</vt:lpstr>
      <vt:lpstr>Gill Sans MT</vt:lpstr>
      <vt:lpstr>Helvetica</vt:lpstr>
      <vt:lpstr>Wingdings</vt:lpstr>
      <vt:lpstr>Wingdings 3</vt:lpstr>
      <vt:lpstr>Origin</vt:lpstr>
      <vt:lpstr>Z. Gu</vt:lpstr>
      <vt:lpstr>Question: Endianness</vt:lpstr>
      <vt:lpstr>Answer: Endianness</vt:lpstr>
      <vt:lpstr>Question: Endianness</vt:lpstr>
      <vt:lpstr>Answer: Endianness</vt:lpstr>
      <vt:lpstr>Question: Endianness</vt:lpstr>
      <vt:lpstr>Answer: Endianness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299</cp:revision>
  <dcterms:created xsi:type="dcterms:W3CDTF">2013-02-03T05:36:57Z</dcterms:created>
  <dcterms:modified xsi:type="dcterms:W3CDTF">2025-12-30T22:44:01Z</dcterms:modified>
</cp:coreProperties>
</file>